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037" r:id="rId2"/>
    <p:sldMasterId id="2147484035" r:id="rId3"/>
    <p:sldMasterId id="2147484041" r:id="rId4"/>
    <p:sldMasterId id="2147484053" r:id="rId5"/>
    <p:sldMasterId id="2147484055" r:id="rId6"/>
  </p:sldMasterIdLst>
  <p:notesMasterIdLst>
    <p:notesMasterId r:id="rId28"/>
  </p:notesMasterIdLst>
  <p:handoutMasterIdLst>
    <p:handoutMasterId r:id="rId29"/>
  </p:handoutMasterIdLst>
  <p:sldIdLst>
    <p:sldId id="296" r:id="rId7"/>
    <p:sldId id="272" r:id="rId8"/>
    <p:sldId id="356" r:id="rId9"/>
    <p:sldId id="376" r:id="rId10"/>
    <p:sldId id="364" r:id="rId11"/>
    <p:sldId id="365" r:id="rId12"/>
    <p:sldId id="389" r:id="rId13"/>
    <p:sldId id="366" r:id="rId14"/>
    <p:sldId id="377" r:id="rId15"/>
    <p:sldId id="378" r:id="rId16"/>
    <p:sldId id="385" r:id="rId17"/>
    <p:sldId id="386" r:id="rId18"/>
    <p:sldId id="387" r:id="rId19"/>
    <p:sldId id="380" r:id="rId20"/>
    <p:sldId id="381" r:id="rId21"/>
    <p:sldId id="388" r:id="rId22"/>
    <p:sldId id="382" r:id="rId23"/>
    <p:sldId id="383" r:id="rId24"/>
    <p:sldId id="367" r:id="rId25"/>
    <p:sldId id="368" r:id="rId26"/>
    <p:sldId id="312" r:id="rId27"/>
  </p:sldIdLst>
  <p:sldSz cx="9906000" cy="6858000" type="A4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A4A3A4"/>
          </p15:clr>
        </p15:guide>
        <p15:guide id="2" orient="horz" pos="300">
          <p15:clr>
            <a:srgbClr val="A4A3A4"/>
          </p15:clr>
        </p15:guide>
        <p15:guide id="3" orient="horz" pos="2614">
          <p15:clr>
            <a:srgbClr val="A4A3A4"/>
          </p15:clr>
        </p15:guide>
        <p15:guide id="4" orient="horz" pos="119">
          <p15:clr>
            <a:srgbClr val="A4A3A4"/>
          </p15:clr>
        </p15:guide>
        <p15:guide id="5" orient="horz" pos="799">
          <p15:clr>
            <a:srgbClr val="A4A3A4"/>
          </p15:clr>
        </p15:guide>
        <p15:guide id="6" orient="horz" pos="3974">
          <p15:clr>
            <a:srgbClr val="A4A3A4"/>
          </p15:clr>
        </p15:guide>
        <p15:guide id="7" orient="horz" pos="3249">
          <p15:clr>
            <a:srgbClr val="A4A3A4"/>
          </p15:clr>
        </p15:guide>
        <p15:guide id="8" pos="217">
          <p15:clr>
            <a:srgbClr val="A4A3A4"/>
          </p15:clr>
        </p15:guide>
        <p15:guide id="9" pos="6023">
          <p15:clr>
            <a:srgbClr val="A4A3A4"/>
          </p15:clr>
        </p15:guide>
        <p15:guide id="10" pos="398">
          <p15:clr>
            <a:srgbClr val="A4A3A4"/>
          </p15:clr>
        </p15:guide>
        <p15:guide id="11" pos="52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순렬 강" initials="순강" lastIdx="1" clrIdx="0">
    <p:extLst>
      <p:ext uri="{19B8F6BF-5375-455C-9EA6-DF929625EA0E}">
        <p15:presenceInfo xmlns:p15="http://schemas.microsoft.com/office/powerpoint/2012/main" userId="5f6c605e062eab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669900"/>
    <a:srgbClr val="FF9933"/>
    <a:srgbClr val="CC6600"/>
    <a:srgbClr val="800080"/>
    <a:srgbClr val="CC00CC"/>
    <a:srgbClr val="008000"/>
    <a:srgbClr val="0099CC"/>
    <a:srgbClr val="CCCC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0650" autoAdjust="0"/>
  </p:normalViewPr>
  <p:slideViewPr>
    <p:cSldViewPr>
      <p:cViewPr varScale="1">
        <p:scale>
          <a:sx n="102" d="100"/>
          <a:sy n="102" d="100"/>
        </p:scale>
        <p:origin x="1500" y="48"/>
      </p:cViewPr>
      <p:guideLst>
        <p:guide orient="horz" pos="618"/>
        <p:guide orient="horz" pos="300"/>
        <p:guide orient="horz" pos="2614"/>
        <p:guide orient="horz" pos="119"/>
        <p:guide orient="horz" pos="799"/>
        <p:guide orient="horz" pos="3974"/>
        <p:guide orient="horz" pos="3249"/>
        <p:guide pos="217"/>
        <p:guide pos="6023"/>
        <p:guide pos="398"/>
        <p:guide pos="52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3" d="100"/>
          <a:sy n="123" d="100"/>
        </p:scale>
        <p:origin x="-1866" y="-102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순렬 강" userId="5f6c605e062eabd9" providerId="LiveId" clId="{B624ECEF-70D0-415E-B6B4-881663E91F4C}"/>
    <pc:docChg chg="undo custSel addSld delSld modSld delMainMaster modMainMaster">
      <pc:chgData name="순렬 강" userId="5f6c605e062eabd9" providerId="LiveId" clId="{B624ECEF-70D0-415E-B6B4-881663E91F4C}" dt="2026-06-16T07:46:50.053" v="4697" actId="1035"/>
      <pc:docMkLst>
        <pc:docMk/>
      </pc:docMkLst>
      <pc:sldChg chg="modSp mod">
        <pc:chgData name="순렬 강" userId="5f6c605e062eabd9" providerId="LiveId" clId="{B624ECEF-70D0-415E-B6B4-881663E91F4C}" dt="2026-06-14T12:09:29.742" v="1480"/>
        <pc:sldMkLst>
          <pc:docMk/>
          <pc:sldMk cId="0" sldId="272"/>
        </pc:sldMkLst>
        <pc:spChg chg="mod">
          <ac:chgData name="순렬 강" userId="5f6c605e062eabd9" providerId="LiveId" clId="{B624ECEF-70D0-415E-B6B4-881663E91F4C}" dt="2026-06-14T12:09:29.742" v="1480"/>
          <ac:spMkLst>
            <pc:docMk/>
            <pc:sldMk cId="0" sldId="272"/>
            <ac:spMk id="8" creationId="{00000000-0000-0000-0000-000000000000}"/>
          </ac:spMkLst>
        </pc:spChg>
      </pc:sldChg>
      <pc:sldChg chg="modSp mod modClrScheme chgLayout">
        <pc:chgData name="순렬 강" userId="5f6c605e062eabd9" providerId="LiveId" clId="{B624ECEF-70D0-415E-B6B4-881663E91F4C}" dt="2026-06-14T10:47:14.911" v="462" actId="6549"/>
        <pc:sldMkLst>
          <pc:docMk/>
          <pc:sldMk cId="0" sldId="296"/>
        </pc:sldMkLst>
        <pc:spChg chg="mod">
          <ac:chgData name="순렬 강" userId="5f6c605e062eabd9" providerId="LiveId" clId="{B624ECEF-70D0-415E-B6B4-881663E91F4C}" dt="2026-06-14T10:05:46.200" v="60"/>
          <ac:spMkLst>
            <pc:docMk/>
            <pc:sldMk cId="0" sldId="296"/>
            <ac:spMk id="8" creationId="{00000000-0000-0000-0000-000000000000}"/>
          </ac:spMkLst>
        </pc:spChg>
        <pc:spChg chg="mod">
          <ac:chgData name="순렬 강" userId="5f6c605e062eabd9" providerId="LiveId" clId="{B624ECEF-70D0-415E-B6B4-881663E91F4C}" dt="2026-06-14T10:23:03.843" v="70" actId="20577"/>
          <ac:spMkLst>
            <pc:docMk/>
            <pc:sldMk cId="0" sldId="296"/>
            <ac:spMk id="15" creationId="{00000000-0000-0000-0000-000000000000}"/>
          </ac:spMkLst>
        </pc:spChg>
        <pc:graphicFrameChg chg="mod modGraphic">
          <ac:chgData name="순렬 강" userId="5f6c605e062eabd9" providerId="LiveId" clId="{B624ECEF-70D0-415E-B6B4-881663E91F4C}" dt="2026-06-14T10:47:14.911" v="462" actId="6549"/>
          <ac:graphicFrameMkLst>
            <pc:docMk/>
            <pc:sldMk cId="0" sldId="296"/>
            <ac:graphicFrameMk id="9" creationId="{00000000-0000-0000-0000-000000000000}"/>
          </ac:graphicFrameMkLst>
        </pc:graphicFrameChg>
      </pc:sldChg>
      <pc:sldChg chg="delSp modSp mod">
        <pc:chgData name="순렬 강" userId="5f6c605e062eabd9" providerId="LiveId" clId="{B624ECEF-70D0-415E-B6B4-881663E91F4C}" dt="2026-06-14T12:23:37.359" v="1626" actId="478"/>
        <pc:sldMkLst>
          <pc:docMk/>
          <pc:sldMk cId="0" sldId="312"/>
        </pc:sldMkLst>
        <pc:spChg chg="del mod">
          <ac:chgData name="순렬 강" userId="5f6c605e062eabd9" providerId="LiveId" clId="{B624ECEF-70D0-415E-B6B4-881663E91F4C}" dt="2026-06-14T12:23:37.359" v="1626" actId="478"/>
          <ac:spMkLst>
            <pc:docMk/>
            <pc:sldMk cId="0" sldId="312"/>
            <ac:spMk id="2" creationId="{00000000-0000-0000-0000-000000000000}"/>
          </ac:spMkLst>
        </pc:spChg>
      </pc:sldChg>
      <pc:sldChg chg="addSp modSp mod modClrScheme chgLayout">
        <pc:chgData name="순렬 강" userId="5f6c605e062eabd9" providerId="LiveId" clId="{B624ECEF-70D0-415E-B6B4-881663E91F4C}" dt="2026-06-16T07:46:50.053" v="4697" actId="1035"/>
        <pc:sldMkLst>
          <pc:docMk/>
          <pc:sldMk cId="2365587390" sldId="356"/>
        </pc:sldMkLst>
        <pc:spChg chg="add 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6" creationId="{C0A37440-28E0-42B2-B9F0-5EB924AED926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9" creationId="{3DD4CDFA-5B6C-401D-8FD6-5FCBAB535532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1" creationId="{90C6495B-4649-4310-9EDB-669CD49A5822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2" creationId="{3AF3822C-61BC-470E-ACC3-08B69D1DCD57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3" creationId="{A6DD6641-4520-4DC7-B0A7-7229EA468758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4" creationId="{360A9AF9-938F-47B2-B16F-EE2ED8F8825E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5" creationId="{9019B128-6329-4102-A0BA-00EED61CD0B9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6" creationId="{061FBA95-9533-454E-8C4C-51C434106F76}"/>
          </ac:spMkLst>
        </pc:spChg>
        <pc:spChg chg="add 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7" creationId="{935F45DA-EBB2-46B6-9543-58BE2DEA2BC9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19" creationId="{086A7C40-6239-4D84-B40A-79CDBD428EA8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0" creationId="{EA566F53-25D9-408A-B1AD-49E8B3173E7C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1" creationId="{E7282D9B-DA6D-48BD-88C5-2A43A7C14D9D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2" creationId="{7954B562-5F3D-4B5C-A406-9B6EEC114FD0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3" creationId="{812FE0F2-FD6C-49D1-BE14-8DD0C6F929B5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4" creationId="{23B98C3F-CECA-4E5D-8261-60A4CB55F2C6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5" creationId="{AE303A5F-77E7-4F2E-9138-96A0AC88591B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6" creationId="{6A9BFF17-9E63-4798-BC40-18558041A9C9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7" creationId="{13778475-6606-4EF4-9E03-FE49CF5A7E5F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8" creationId="{2C9EF221-9DA3-43CC-BCEF-FE6B0BA2E6C4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29" creationId="{9C879323-C057-4C8D-82F3-D87B40E32EC1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0" creationId="{8567524C-57D4-48B1-93A1-117EFE2EB69F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1" creationId="{699290C9-CF9F-470A-9197-86F8D8233E43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2" creationId="{DB8BA4E9-4F41-47D4-B34E-A22A3FBE714B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3" creationId="{EF5A06D8-D85E-4B4E-B4F0-B9B5C2C82169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4" creationId="{C5281D60-63A4-4ED3-9C09-276BF1B296E3}"/>
          </ac:spMkLst>
        </pc:spChg>
        <pc:spChg chg="add mod">
          <ac:chgData name="순렬 강" userId="5f6c605e062eabd9" providerId="LiveId" clId="{B624ECEF-70D0-415E-B6B4-881663E91F4C}" dt="2026-06-16T07:19:48.125" v="3266"/>
          <ac:spMkLst>
            <pc:docMk/>
            <pc:sldMk cId="2365587390" sldId="356"/>
            <ac:spMk id="35" creationId="{10F80AC3-F661-4747-B435-8A90CB4B854D}"/>
          </ac:spMkLst>
        </pc:spChg>
        <pc:spChg chg="add 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6" creationId="{B8BB1986-DB03-475A-BA56-1DEEDC7478C5}"/>
          </ac:spMkLst>
        </pc:spChg>
        <pc:spChg chg="add mod">
          <ac:chgData name="순렬 강" userId="5f6c605e062eabd9" providerId="LiveId" clId="{B624ECEF-70D0-415E-B6B4-881663E91F4C}" dt="2026-06-16T07:46:50.053" v="4697" actId="1035"/>
          <ac:spMkLst>
            <pc:docMk/>
            <pc:sldMk cId="2365587390" sldId="356"/>
            <ac:spMk id="37" creationId="{9D17E764-5545-4E1C-BB9C-563210D4D8A1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39" creationId="{82423D5E-D520-4F4E-998B-BE05CA4CE586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40" creationId="{FB3F9070-BE60-4DBB-81CB-4FCE2A4A67AA}"/>
          </ac:spMkLst>
        </pc:spChg>
        <pc:spChg chg="mod">
          <ac:chgData name="순렬 강" userId="5f6c605e062eabd9" providerId="LiveId" clId="{B624ECEF-70D0-415E-B6B4-881663E91F4C}" dt="2026-06-16T07:16:25.307" v="3182" actId="1076"/>
          <ac:spMkLst>
            <pc:docMk/>
            <pc:sldMk cId="2365587390" sldId="356"/>
            <ac:spMk id="41" creationId="{CF67F950-31D3-4686-8315-08AD6752CD13}"/>
          </ac:spMkLst>
        </pc:spChg>
        <pc:spChg chg="add mod">
          <ac:chgData name="순렬 강" userId="5f6c605e062eabd9" providerId="LiveId" clId="{B624ECEF-70D0-415E-B6B4-881663E91F4C}" dt="2026-06-16T07:35:52.534" v="4020" actId="14100"/>
          <ac:spMkLst>
            <pc:docMk/>
            <pc:sldMk cId="2365587390" sldId="356"/>
            <ac:spMk id="42" creationId="{0559ADA4-7FB6-45F4-B971-2B20253F95BA}"/>
          </ac:spMkLst>
        </pc:spChg>
        <pc:spChg chg="add mod">
          <ac:chgData name="순렬 강" userId="5f6c605e062eabd9" providerId="LiveId" clId="{B624ECEF-70D0-415E-B6B4-881663E91F4C}" dt="2026-06-16T07:18:13.750" v="3239" actId="1036"/>
          <ac:spMkLst>
            <pc:docMk/>
            <pc:sldMk cId="2365587390" sldId="356"/>
            <ac:spMk id="43" creationId="{710F0AF9-B142-48AF-9036-24000F86A18F}"/>
          </ac:spMkLst>
        </pc:spChg>
        <pc:spChg chg="add mod">
          <ac:chgData name="순렬 강" userId="5f6c605e062eabd9" providerId="LiveId" clId="{B624ECEF-70D0-415E-B6B4-881663E91F4C}" dt="2026-06-16T07:20:14.568" v="3286"/>
          <ac:spMkLst>
            <pc:docMk/>
            <pc:sldMk cId="2365587390" sldId="356"/>
            <ac:spMk id="44" creationId="{848F2B9D-02A7-4BBE-8B75-E2516D0AFB53}"/>
          </ac:spMkLst>
        </pc:spChg>
        <pc:spChg chg="add mod">
          <ac:chgData name="순렬 강" userId="5f6c605e062eabd9" providerId="LiveId" clId="{B624ECEF-70D0-415E-B6B4-881663E91F4C}" dt="2026-06-16T07:25:41.019" v="3753"/>
          <ac:spMkLst>
            <pc:docMk/>
            <pc:sldMk cId="2365587390" sldId="356"/>
            <ac:spMk id="45" creationId="{604646C0-E93A-4CE9-955C-E5E237196F36}"/>
          </ac:spMkLst>
        </pc:spChg>
        <pc:spChg chg="add mod">
          <ac:chgData name="순렬 강" userId="5f6c605e062eabd9" providerId="LiveId" clId="{B624ECEF-70D0-415E-B6B4-881663E91F4C}" dt="2026-06-16T07:46:37.315" v="4695" actId="1035"/>
          <ac:spMkLst>
            <pc:docMk/>
            <pc:sldMk cId="2365587390" sldId="356"/>
            <ac:spMk id="46" creationId="{4A1D769E-5206-4E8F-9FE4-F029E3752A29}"/>
          </ac:spMkLst>
        </pc:spChg>
        <pc:spChg chg="add mod">
          <ac:chgData name="순렬 강" userId="5f6c605e062eabd9" providerId="LiveId" clId="{B624ECEF-70D0-415E-B6B4-881663E91F4C}" dt="2026-06-16T07:25:09.548" v="3742" actId="1035"/>
          <ac:spMkLst>
            <pc:docMk/>
            <pc:sldMk cId="2365587390" sldId="356"/>
            <ac:spMk id="47" creationId="{C2A0A072-9F27-452A-A07D-A120ACAE04DE}"/>
          </ac:spMkLst>
        </pc:spChg>
        <pc:spChg chg="add mod">
          <ac:chgData name="순렬 강" userId="5f6c605e062eabd9" providerId="LiveId" clId="{B624ECEF-70D0-415E-B6B4-881663E91F4C}" dt="2026-06-16T07:22:58.408" v="3521" actId="1036"/>
          <ac:spMkLst>
            <pc:docMk/>
            <pc:sldMk cId="2365587390" sldId="356"/>
            <ac:spMk id="48" creationId="{366D6399-032A-4D58-8589-44F6781F56BA}"/>
          </ac:spMkLst>
        </pc:spChg>
        <pc:spChg chg="add mod">
          <ac:chgData name="순렬 강" userId="5f6c605e062eabd9" providerId="LiveId" clId="{B624ECEF-70D0-415E-B6B4-881663E91F4C}" dt="2026-06-16T07:41:00.590" v="4414" actId="207"/>
          <ac:spMkLst>
            <pc:docMk/>
            <pc:sldMk cId="2365587390" sldId="356"/>
            <ac:spMk id="49" creationId="{EC09A42C-0F97-45F5-81B3-8BA20B46A2CE}"/>
          </ac:spMkLst>
        </pc:spChg>
        <pc:spChg chg="mod">
          <ac:chgData name="순렬 강" userId="5f6c605e062eabd9" providerId="LiveId" clId="{B624ECEF-70D0-415E-B6B4-881663E91F4C}" dt="2026-06-16T07:18:52.222" v="3248"/>
          <ac:spMkLst>
            <pc:docMk/>
            <pc:sldMk cId="2365587390" sldId="356"/>
            <ac:spMk id="110" creationId="{00000000-0000-0000-0000-000000000000}"/>
          </ac:spMkLst>
        </pc:spChg>
        <pc:grpChg chg="add mod">
          <ac:chgData name="순렬 강" userId="5f6c605e062eabd9" providerId="LiveId" clId="{B624ECEF-70D0-415E-B6B4-881663E91F4C}" dt="2026-06-16T07:16:25.307" v="3182" actId="1076"/>
          <ac:grpSpMkLst>
            <pc:docMk/>
            <pc:sldMk cId="2365587390" sldId="356"/>
            <ac:grpSpMk id="8" creationId="{B9A8152E-318F-4EB2-AAC1-5560F92F4063}"/>
          </ac:grpSpMkLst>
        </pc:grpChg>
        <pc:grpChg chg="add mod">
          <ac:chgData name="순렬 강" userId="5f6c605e062eabd9" providerId="LiveId" clId="{B624ECEF-70D0-415E-B6B4-881663E91F4C}" dt="2026-06-16T07:16:25.307" v="3182" actId="1076"/>
          <ac:grpSpMkLst>
            <pc:docMk/>
            <pc:sldMk cId="2365587390" sldId="356"/>
            <ac:grpSpMk id="18" creationId="{8373A93F-AD43-45AA-B425-6F9D7EA25E1B}"/>
          </ac:grpSpMkLst>
        </pc:grpChg>
        <pc:grpChg chg="add mod">
          <ac:chgData name="순렬 강" userId="5f6c605e062eabd9" providerId="LiveId" clId="{B624ECEF-70D0-415E-B6B4-881663E91F4C}" dt="2026-06-16T07:16:25.307" v="3182" actId="1076"/>
          <ac:grpSpMkLst>
            <pc:docMk/>
            <pc:sldMk cId="2365587390" sldId="356"/>
            <ac:grpSpMk id="38" creationId="{D3CD7719-4C9E-4FD9-967E-F9FE4302E52A}"/>
          </ac:grpSpMkLst>
        </pc:grpChg>
      </pc:sldChg>
      <pc:sldChg chg="addSp delSp modSp del mod modClrScheme chgLayout">
        <pc:chgData name="순렬 강" userId="5f6c605e062eabd9" providerId="LiveId" clId="{B624ECEF-70D0-415E-B6B4-881663E91F4C}" dt="2026-06-15T21:01:54.985" v="2188" actId="2696"/>
        <pc:sldMkLst>
          <pc:docMk/>
          <pc:sldMk cId="2316045318" sldId="362"/>
        </pc:sldMkLst>
        <pc:spChg chg="add del mod">
          <ac:chgData name="순렬 강" userId="5f6c605e062eabd9" providerId="LiveId" clId="{B624ECEF-70D0-415E-B6B4-881663E91F4C}" dt="2026-06-14T12:16:22.029" v="1560"/>
          <ac:spMkLst>
            <pc:docMk/>
            <pc:sldMk cId="2316045318" sldId="362"/>
            <ac:spMk id="6" creationId="{1B73A02A-CDE2-4C32-A9C0-A25DBB4CBE30}"/>
          </ac:spMkLst>
        </pc:spChg>
        <pc:spChg chg="del">
          <ac:chgData name="순렬 강" userId="5f6c605e062eabd9" providerId="LiveId" clId="{B624ECEF-70D0-415E-B6B4-881663E91F4C}" dt="2026-06-14T12:05:01.405" v="1462" actId="478"/>
          <ac:spMkLst>
            <pc:docMk/>
            <pc:sldMk cId="2316045318" sldId="362"/>
            <ac:spMk id="8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16:39.345" v="1592"/>
          <ac:spMkLst>
            <pc:docMk/>
            <pc:sldMk cId="2316045318" sldId="362"/>
            <ac:spMk id="9" creationId="{5C9A5C42-6F43-45A3-923A-E2104CD458D2}"/>
          </ac:spMkLst>
        </pc:spChg>
        <pc:spChg chg="del mod">
          <ac:chgData name="순렬 강" userId="5f6c605e062eabd9" providerId="LiveId" clId="{B624ECEF-70D0-415E-B6B4-881663E91F4C}" dt="2026-06-14T12:16:24.547" v="1561" actId="478"/>
          <ac:spMkLst>
            <pc:docMk/>
            <pc:sldMk cId="2316045318" sldId="362"/>
            <ac:spMk id="110" creationId="{00000000-0000-0000-0000-000000000000}"/>
          </ac:spMkLst>
        </pc:spChg>
        <pc:graphicFrameChg chg="del">
          <ac:chgData name="순렬 강" userId="5f6c605e062eabd9" providerId="LiveId" clId="{B624ECEF-70D0-415E-B6B4-881663E91F4C}" dt="2026-06-14T11:09:28.691" v="559" actId="478"/>
          <ac:graphicFrameMkLst>
            <pc:docMk/>
            <pc:sldMk cId="2316045318" sldId="362"/>
            <ac:graphicFrameMk id="6" creationId="{00000000-0000-0000-0000-000000000000}"/>
          </ac:graphicFrameMkLst>
        </pc:graphicFrameChg>
      </pc:sldChg>
      <pc:sldChg chg="del">
        <pc:chgData name="순렬 강" userId="5f6c605e062eabd9" providerId="LiveId" clId="{B624ECEF-70D0-415E-B6B4-881663E91F4C}" dt="2026-06-14T11:09:48.564" v="561" actId="2696"/>
        <pc:sldMkLst>
          <pc:docMk/>
          <pc:sldMk cId="713038881" sldId="363"/>
        </pc:sldMkLst>
      </pc:sldChg>
      <pc:sldChg chg="addSp delSp modSp mod modClrScheme chgLayout">
        <pc:chgData name="순렬 강" userId="5f6c605e062eabd9" providerId="LiveId" clId="{B624ECEF-70D0-415E-B6B4-881663E91F4C}" dt="2026-06-16T07:15:41.216" v="3180" actId="1076"/>
        <pc:sldMkLst>
          <pc:docMk/>
          <pc:sldMk cId="713038881" sldId="364"/>
        </pc:sldMkLst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5" creationId="{D530FABA-5900-4BBB-8A79-5A86A286530F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6" creationId="{0777541F-AF83-412E-BD8C-F631096F74E3}"/>
          </ac:spMkLst>
        </pc:spChg>
        <pc:spChg chg="del">
          <ac:chgData name="순렬 강" userId="5f6c605e062eabd9" providerId="LiveId" clId="{B624ECEF-70D0-415E-B6B4-881663E91F4C}" dt="2026-06-14T12:05:08.620" v="1463" actId="478"/>
          <ac:spMkLst>
            <pc:docMk/>
            <pc:sldMk cId="713038881" sldId="364"/>
            <ac:spMk id="8" creationId="{00000000-0000-0000-0000-000000000000}"/>
          </ac:spMkLst>
        </pc:spChg>
        <pc:spChg chg="add mod">
          <ac:chgData name="순렬 강" userId="5f6c605e062eabd9" providerId="LiveId" clId="{B624ECEF-70D0-415E-B6B4-881663E91F4C}" dt="2026-06-16T07:15:38.323" v="3179" actId="1076"/>
          <ac:spMkLst>
            <pc:docMk/>
            <pc:sldMk cId="713038881" sldId="364"/>
            <ac:spMk id="8" creationId="{92E57EE5-4A44-47FA-B820-D0549AAF9000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8" creationId="{855CDB96-B8B4-4A77-A1F3-6300EDE2FCB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9" creationId="{17A1C831-EA7D-4112-A7FF-3C6F1011F81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1" creationId="{5E001BCA-21B3-42B6-8525-A44D4DF8BA0D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2" creationId="{AB38268B-4A26-4417-890D-CDCAE4B6E01E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4" creationId="{4655A8B8-FFD9-4C0A-9B44-7E1137219EFC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5" creationId="{81EC84D6-C754-4C38-9402-3F64021C0DCE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7" creationId="{2895AD9C-CB05-4E60-A3C7-C7A6B79FEDE0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28" creationId="{BB5EA87D-FC4C-4FF1-8C68-25D70DA41275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0" creationId="{8CDA5B05-E5CC-4131-9C13-88A5DB9A9F3F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1" creationId="{071C0583-4A42-46EC-9CD5-A33EB3F60CB9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3" creationId="{E2540435-E654-4056-97B8-797DA6C7932F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4" creationId="{CF5A5EF7-3E94-419F-8ECE-C72F5BB96BD6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35" creationId="{A98379FE-26C5-49EE-8EC0-73B6E82C3262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36" creationId="{41925A3C-DB4A-456F-821D-5F6104E816FB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8" creationId="{31FD40AC-E0DE-4228-BB3A-984A42F642BE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39" creationId="{E4F18662-42CB-41C9-9120-D12356C50087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41" creationId="{D87088A6-42EE-46CE-A065-C80BA642921F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42" creationId="{146AFBB4-92F1-4A31-947C-C0A8F48ACFAF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43" creationId="{BDA730EF-B921-4326-BC72-1888F064D7B5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44" creationId="{637C3781-A01F-4CBF-912F-1B25E66D985B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52" creationId="{4BF536B7-5A78-45C6-A0E3-556DDDEEEAE9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53" creationId="{05EA0F3F-BAF7-4A72-865B-0713AAF62D3B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1" creationId="{42307337-905B-4E22-B866-46B8930ED7C6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2" creationId="{F994A40D-C367-4D1B-ADB2-0758E0D68168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3" creationId="{57E63B78-0A6A-4400-AFCB-B6E54060093D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4" creationId="{09EC4CB4-AC25-4B62-858A-77BC4AC6773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5" creationId="{1F3938A1-F23F-4BBB-9E89-DE48CD6D96E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6" creationId="{FA00D3E0-5E56-494B-8BC7-A127328E4C8B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7" creationId="{D815110F-4B5F-45A6-B416-ECC2E81E4E4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8" creationId="{2C75D9EC-3FB7-47DF-A295-3865A9D17EE4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69" creationId="{DFFA2443-33F4-43EF-A45A-45751C0CE038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0" creationId="{63FCF37C-B55E-410C-B5FD-AD8D4936A347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1" creationId="{78965B76-7874-4A75-A1F4-A9BC6F6CCD6A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2" creationId="{A0877777-FDC7-4FE9-8D6D-F24BA96C55E6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3" creationId="{C0375731-1FA7-40A9-8079-B4540AEB35D9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4" creationId="{F701BCA5-3543-45D8-9D2F-D068ED07CCB6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5" creationId="{8C17514D-5274-4A4D-986D-7096AFE43ED6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6" creationId="{7087F6E5-6541-4448-BE67-05F944CA2252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7" creationId="{1916F246-A86A-4DEB-B60D-904564512087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78" creationId="{2097B31D-AA1C-41FA-9CEC-1D77CAF1EE46}"/>
          </ac:spMkLst>
        </pc:spChg>
        <pc:spChg chg="add del mod">
          <ac:chgData name="순렬 강" userId="5f6c605e062eabd9" providerId="LiveId" clId="{B624ECEF-70D0-415E-B6B4-881663E91F4C}" dt="2026-06-15T21:02:43.459" v="2189" actId="478"/>
          <ac:spMkLst>
            <pc:docMk/>
            <pc:sldMk cId="713038881" sldId="364"/>
            <ac:spMk id="80" creationId="{09E436AE-35F5-42C6-9EBB-D055A08CE3A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86" creationId="{3EAA540D-BC05-41AE-957C-F2D2AEB99430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87" creationId="{3F4A3A19-9DC1-415A-83C7-0B08F6CBF2F2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0" creationId="{B03AF335-2896-4141-B2EB-7FAB99E982FD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1" creationId="{4825253D-C39C-47AD-9E65-E9498A0D9452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3" creationId="{98D67E2F-3D27-4609-942D-F24C5A91CAAD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4" creationId="{6A6CD248-B85D-4B7E-8B04-7DB577A72A98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6" creationId="{2EF33219-A0F0-4B00-B39C-6FAECEBAB627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8" creationId="{E049973E-D1BD-45CE-801F-88E744088C93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99" creationId="{ACA4B0C8-D8E3-4EB2-B8E7-A5EDF5198ADF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02" creationId="{B8C6C603-B1ED-4788-B872-BCC962D94176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03" creationId="{4C75436E-D291-41E2-B725-F35E8862FE42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04" creationId="{EC46C15A-1ECE-42DC-ACD9-91385C09FEC9}"/>
          </ac:spMkLst>
        </pc:spChg>
        <pc:spChg chg="mod">
          <ac:chgData name="순렬 강" userId="5f6c605e062eabd9" providerId="LiveId" clId="{B624ECEF-70D0-415E-B6B4-881663E91F4C}" dt="2026-06-15T20:59:07.077" v="2136"/>
          <ac:spMkLst>
            <pc:docMk/>
            <pc:sldMk cId="713038881" sldId="364"/>
            <ac:spMk id="105" creationId="{904CCF4D-E412-4630-B619-5D5EA9860B4C}"/>
          </ac:spMkLst>
        </pc:s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8" creationId="{D639ED2B-CF1C-40B9-BA6F-4FC8D016C412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13" creationId="{8687A3CF-8E30-4CA6-8EF6-39B3BA764C2C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17" creationId="{5EE3DDC8-F629-43F8-8007-E339E2812066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20" creationId="{F4AF651E-9B8D-42E3-9507-80EED21AAD2B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23" creationId="{D94D13EF-DF73-4CAB-8EF5-7600F187F380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26" creationId="{486FB1D0-4FA3-4968-9C1A-7131942B0F64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29" creationId="{E743D8CC-8AEF-4758-A342-DAB17C0B3F8D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32" creationId="{EFC9777C-E860-45D4-8F3A-0B2FA36E1838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37" creationId="{0B5B5EDD-DB1E-443D-96F7-91A3F56547DD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60" creationId="{81F6FC98-6827-411A-90D6-B73B3365990D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85" creationId="{2A4B66DE-04E3-4BCB-B536-18BB21EDD9AB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89" creationId="{A24D8B13-D0E2-4C4D-808B-74BEEBE3E318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92" creationId="{4D2D0018-A0C0-478F-871E-19775080B6F9}"/>
          </ac:grpSpMkLst>
        </pc:grpChg>
        <pc:grpChg chg="add del mod">
          <ac:chgData name="순렬 강" userId="5f6c605e062eabd9" providerId="LiveId" clId="{B624ECEF-70D0-415E-B6B4-881663E91F4C}" dt="2026-06-15T21:02:43.459" v="2189" actId="478"/>
          <ac:grpSpMkLst>
            <pc:docMk/>
            <pc:sldMk cId="713038881" sldId="364"/>
            <ac:grpSpMk id="95" creationId="{1776FC1B-0614-44D9-9EDA-8B97E3E7F093}"/>
          </ac:grpSpMkLst>
        </pc:grpChg>
        <pc:grpChg chg="mod">
          <ac:chgData name="순렬 강" userId="5f6c605e062eabd9" providerId="LiveId" clId="{B624ECEF-70D0-415E-B6B4-881663E91F4C}" dt="2026-06-15T20:59:07.077" v="2136"/>
          <ac:grpSpMkLst>
            <pc:docMk/>
            <pc:sldMk cId="713038881" sldId="364"/>
            <ac:grpSpMk id="100" creationId="{47E85CA0-ECA3-4DF0-A761-D8342E0155B4}"/>
          </ac:grpSpMkLst>
        </pc:grpChg>
        <pc:grpChg chg="mod">
          <ac:chgData name="순렬 강" userId="5f6c605e062eabd9" providerId="LiveId" clId="{B624ECEF-70D0-415E-B6B4-881663E91F4C}" dt="2026-06-15T20:59:07.077" v="2136"/>
          <ac:grpSpMkLst>
            <pc:docMk/>
            <pc:sldMk cId="713038881" sldId="364"/>
            <ac:grpSpMk id="101" creationId="{72B8232B-D77F-4826-84D0-3B7955E97D51}"/>
          </ac:grpSpMkLst>
        </pc:grpChg>
        <pc:picChg chg="add del mod">
          <ac:chgData name="순렬 강" userId="5f6c605e062eabd9" providerId="LiveId" clId="{B624ECEF-70D0-415E-B6B4-881663E91F4C}" dt="2026-06-16T06:57:48.066" v="2763" actId="478"/>
          <ac:picMkLst>
            <pc:docMk/>
            <pc:sldMk cId="713038881" sldId="364"/>
            <ac:picMk id="3" creationId="{CA703266-727A-46E9-8CD9-121046824AD6}"/>
          </ac:picMkLst>
        </pc:picChg>
        <pc:picChg chg="add mod">
          <ac:chgData name="순렬 강" userId="5f6c605e062eabd9" providerId="LiveId" clId="{B624ECEF-70D0-415E-B6B4-881663E91F4C}" dt="2026-06-16T07:15:41.216" v="3180" actId="1076"/>
          <ac:picMkLst>
            <pc:docMk/>
            <pc:sldMk cId="713038881" sldId="364"/>
            <ac:picMk id="4" creationId="{349246C5-3284-4462-84A8-4D966001ADBF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48" creationId="{4105D1F7-9613-462F-9BAB-3CC001243FC4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49" creationId="{E35858B9-D872-40BC-B1AA-B51A00D4E8B4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4" creationId="{E30DF366-AC7A-4DBE-AF04-5E0231033300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5" creationId="{F87F4C6D-4D6F-4F60-9C62-C56FCC6FAB31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6" creationId="{51A98132-3AD9-4EB7-B6CC-CF9810521095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7" creationId="{4A7C83A0-C84F-40E0-9643-925095B94D41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8" creationId="{0663C450-0830-4EB5-91F1-3DDC2A2A6CF1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59" creationId="{7D0071C4-3198-4FD7-BE46-C7887CA282A9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79" creationId="{E133757F-35A9-4A5E-9415-B8C0B8BF1C8A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81" creationId="{45B708F6-5800-4DDB-968D-DC07B28E5601}"/>
          </ac:picMkLst>
        </pc:picChg>
        <pc:picChg chg="add del mod">
          <ac:chgData name="순렬 강" userId="5f6c605e062eabd9" providerId="LiveId" clId="{B624ECEF-70D0-415E-B6B4-881663E91F4C}" dt="2026-06-15T21:02:43.459" v="2189" actId="478"/>
          <ac:picMkLst>
            <pc:docMk/>
            <pc:sldMk cId="713038881" sldId="364"/>
            <ac:picMk id="106" creationId="{4C6B95C0-CA51-4A9B-99E5-93D3BC896D5A}"/>
          </ac:picMkLst>
        </pc:picChg>
        <pc:picChg chg="del">
          <ac:chgData name="순렬 강" userId="5f6c605e062eabd9" providerId="LiveId" clId="{B624ECEF-70D0-415E-B6B4-881663E91F4C}" dt="2026-06-14T12:30:06.587" v="1641" actId="478"/>
          <ac:picMkLst>
            <pc:docMk/>
            <pc:sldMk cId="713038881" sldId="364"/>
            <ac:picMk id="2050" creationId="{00000000-0000-0000-0000-000000000000}"/>
          </ac:picMkLst>
        </pc:pic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9" creationId="{9C708C10-E737-4C11-81A9-A96408FF2724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11" creationId="{E30E15D9-A18A-4AC0-B4ED-D707881DBD06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12" creationId="{C9831B4F-937D-4D3D-BD94-EF31FE804925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14" creationId="{E8A783A7-45EA-436D-94A2-0BBA41A9A18B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15" creationId="{88FFF701-14E2-4A2E-A035-A4F7A30F5CFB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16" creationId="{336A7A3C-9517-4040-BEF3-F99001432766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40" creationId="{A492F65D-6A12-4A18-87FB-67BC16880976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45" creationId="{CD024513-5474-4BE7-9741-A57EF47B1CDD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46" creationId="{3E4F95C0-F458-483D-9FBA-915D3F13D987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47" creationId="{59C3461F-8690-4239-8061-16BA7B1F4AA9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50" creationId="{091F738A-C928-4BDD-B8CC-D73473AE0399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51" creationId="{E479C907-59D0-426C-80C3-8477923DA6BA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82" creationId="{B2700EA1-FFDD-4304-A0DC-96B1FEED0E6D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83" creationId="{C2457441-7627-40A1-8CD9-BF301ACD16A6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84" creationId="{125C3E99-8B5E-45B7-9E6D-D45C43E7A4F8}"/>
          </ac:cxnSpMkLst>
        </pc:cxnChg>
        <pc:cxnChg chg="add del mod">
          <ac:chgData name="순렬 강" userId="5f6c605e062eabd9" providerId="LiveId" clId="{B624ECEF-70D0-415E-B6B4-881663E91F4C}" dt="2026-06-15T21:02:43.459" v="2189" actId="478"/>
          <ac:cxnSpMkLst>
            <pc:docMk/>
            <pc:sldMk cId="713038881" sldId="364"/>
            <ac:cxnSpMk id="88" creationId="{99B3848B-E7B0-4B6B-A681-C7F13D5E50EC}"/>
          </ac:cxnSpMkLst>
        </pc:cxnChg>
        <pc:cxnChg chg="mod">
          <ac:chgData name="순렬 강" userId="5f6c605e062eabd9" providerId="LiveId" clId="{B624ECEF-70D0-415E-B6B4-881663E91F4C}" dt="2026-06-15T20:59:07.077" v="2136"/>
          <ac:cxnSpMkLst>
            <pc:docMk/>
            <pc:sldMk cId="713038881" sldId="364"/>
            <ac:cxnSpMk id="97" creationId="{6F502CAC-EF35-49FA-9AA4-A626C9F445C9}"/>
          </ac:cxnSpMkLst>
        </pc:cxnChg>
      </pc:sldChg>
      <pc:sldChg chg="addSp delSp modSp mod modClrScheme chgLayout">
        <pc:chgData name="순렬 강" userId="5f6c605e062eabd9" providerId="LiveId" clId="{B624ECEF-70D0-415E-B6B4-881663E91F4C}" dt="2026-06-16T07:04:50.837" v="2889" actId="1035"/>
        <pc:sldMkLst>
          <pc:docMk/>
          <pc:sldMk cId="713038881" sldId="365"/>
        </pc:sldMkLst>
        <pc:spChg chg="add mod">
          <ac:chgData name="순렬 강" userId="5f6c605e062eabd9" providerId="LiveId" clId="{B624ECEF-70D0-415E-B6B4-881663E91F4C}" dt="2026-06-15T21:33:27.286" v="2747" actId="1076"/>
          <ac:spMkLst>
            <pc:docMk/>
            <pc:sldMk cId="713038881" sldId="365"/>
            <ac:spMk id="5" creationId="{302F8A09-9B2C-4B62-A81A-D0A082AA80FB}"/>
          </ac:spMkLst>
        </pc:spChg>
        <pc:spChg chg="add mod">
          <ac:chgData name="순렬 강" userId="5f6c605e062eabd9" providerId="LiveId" clId="{B624ECEF-70D0-415E-B6B4-881663E91F4C}" dt="2026-06-15T21:13:36.353" v="2391"/>
          <ac:spMkLst>
            <pc:docMk/>
            <pc:sldMk cId="713038881" sldId="365"/>
            <ac:spMk id="6" creationId="{44A617B1-14F1-403E-B106-1168D822F308}"/>
          </ac:spMkLst>
        </pc:spChg>
        <pc:spChg chg="del">
          <ac:chgData name="순렬 강" userId="5f6c605e062eabd9" providerId="LiveId" clId="{B624ECEF-70D0-415E-B6B4-881663E91F4C}" dt="2026-06-14T12:05:13.763" v="1464" actId="478"/>
          <ac:spMkLst>
            <pc:docMk/>
            <pc:sldMk cId="713038881" sldId="365"/>
            <ac:spMk id="11" creationId="{00000000-0000-0000-0000-000000000000}"/>
          </ac:spMkLst>
        </pc:spChg>
        <pc:spChg chg="mod">
          <ac:chgData name="순렬 강" userId="5f6c605e062eabd9" providerId="LiveId" clId="{B624ECEF-70D0-415E-B6B4-881663E91F4C}" dt="2026-06-15T21:05:56.235" v="2290" actId="1038"/>
          <ac:spMkLst>
            <pc:docMk/>
            <pc:sldMk cId="713038881" sldId="365"/>
            <ac:spMk id="18" creationId="{E6C3E6A8-E750-4055-A114-090581E9E505}"/>
          </ac:spMkLst>
        </pc:spChg>
        <pc:spChg chg="mod">
          <ac:chgData name="순렬 강" userId="5f6c605e062eabd9" providerId="LiveId" clId="{B624ECEF-70D0-415E-B6B4-881663E91F4C}" dt="2026-06-16T07:02:11.237" v="2846"/>
          <ac:spMkLst>
            <pc:docMk/>
            <pc:sldMk cId="713038881" sldId="365"/>
            <ac:spMk id="19" creationId="{5AE57D4D-C8BF-4C3F-BA78-61DD31485922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21" creationId="{9A28AC28-E36B-4461-B8D3-409459D507A8}"/>
          </ac:spMkLst>
        </pc:spChg>
        <pc:spChg chg="mod">
          <ac:chgData name="순렬 강" userId="5f6c605e062eabd9" providerId="LiveId" clId="{B624ECEF-70D0-415E-B6B4-881663E91F4C}" dt="2026-06-15T21:05:40.389" v="2287" actId="20577"/>
          <ac:spMkLst>
            <pc:docMk/>
            <pc:sldMk cId="713038881" sldId="365"/>
            <ac:spMk id="22" creationId="{B4B73A9E-6D9A-4A73-9EA2-8528B4427AA5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24" creationId="{4C58F459-1597-4514-9BE1-BDDA55722DF9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25" creationId="{C2E7017F-11EF-4F9C-A1B0-40E875FA9520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27" creationId="{3779A04F-80ED-4DA6-8CD2-7072FB307600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28" creationId="{F77439A5-DB4D-4F5C-8F09-61E131D843FB}"/>
          </ac:spMkLst>
        </pc:spChg>
        <pc:spChg chg="mod">
          <ac:chgData name="순렬 강" userId="5f6c605e062eabd9" providerId="LiveId" clId="{B624ECEF-70D0-415E-B6B4-881663E91F4C}" dt="2026-06-15T21:15:23.295" v="2422" actId="1076"/>
          <ac:spMkLst>
            <pc:docMk/>
            <pc:sldMk cId="713038881" sldId="365"/>
            <ac:spMk id="30" creationId="{D3D6D6D2-0EDC-4D44-8D90-4DCF4DC2A77E}"/>
          </ac:spMkLst>
        </pc:spChg>
        <pc:spChg chg="mod">
          <ac:chgData name="순렬 강" userId="5f6c605e062eabd9" providerId="LiveId" clId="{B624ECEF-70D0-415E-B6B4-881663E91F4C}" dt="2026-06-16T07:00:58.458" v="2833" actId="20577"/>
          <ac:spMkLst>
            <pc:docMk/>
            <pc:sldMk cId="713038881" sldId="365"/>
            <ac:spMk id="31" creationId="{FF689D1E-AADD-4664-9CE0-8A504DDC8F7C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33" creationId="{C5F63EA5-A231-42C4-A6E2-AEF312745CDA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34" creationId="{D81B8370-FD72-4F71-AD99-EE4DE6047E7C}"/>
          </ac:spMkLst>
        </pc:spChg>
        <pc:spChg chg="add 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35" creationId="{6A6CDCBD-B605-45B1-8176-B8710741D189}"/>
          </ac:spMkLst>
        </pc:spChg>
        <pc:spChg chg="add mod">
          <ac:chgData name="순렬 강" userId="5f6c605e062eabd9" providerId="LiveId" clId="{B624ECEF-70D0-415E-B6B4-881663E91F4C}" dt="2026-06-15T21:12:47.523" v="2372" actId="14100"/>
          <ac:spMkLst>
            <pc:docMk/>
            <pc:sldMk cId="713038881" sldId="365"/>
            <ac:spMk id="36" creationId="{79F7DAEA-C7E7-458F-9684-BC491DC530E2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38" creationId="{E09BA157-8718-4860-B07A-1B7E0C5964AE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39" creationId="{81A0EB54-EB2C-4C0E-930B-0010E6B40FAC}"/>
          </ac:spMkLst>
        </pc:spChg>
        <pc:spChg chg="add mod">
          <ac:chgData name="순렬 강" userId="5f6c605e062eabd9" providerId="LiveId" clId="{B624ECEF-70D0-415E-B6B4-881663E91F4C}" dt="2026-06-15T21:03:36.598" v="2196" actId="20577"/>
          <ac:spMkLst>
            <pc:docMk/>
            <pc:sldMk cId="713038881" sldId="365"/>
            <ac:spMk id="41" creationId="{63603D3D-6A94-4F3D-9B64-776FAC2BD4D9}"/>
          </ac:spMkLst>
        </pc:spChg>
        <pc:spChg chg="add mod">
          <ac:chgData name="순렬 강" userId="5f6c605e062eabd9" providerId="LiveId" clId="{B624ECEF-70D0-415E-B6B4-881663E91F4C}" dt="2026-06-15T21:04:42.271" v="2230"/>
          <ac:spMkLst>
            <pc:docMk/>
            <pc:sldMk cId="713038881" sldId="365"/>
            <ac:spMk id="42" creationId="{4B526E37-2F82-44C2-9954-702316EAA573}"/>
          </ac:spMkLst>
        </pc:spChg>
        <pc:spChg chg="add 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43" creationId="{31C22562-26EC-4DBD-8C1F-2C8FEDF8ECB1}"/>
          </ac:spMkLst>
        </pc:spChg>
        <pc:spChg chg="add 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44" creationId="{39F8836A-A0A4-426F-A1FD-F78B7E69C79C}"/>
          </ac:spMkLst>
        </pc:spChg>
        <pc:spChg chg="add mod">
          <ac:chgData name="순렬 강" userId="5f6c605e062eabd9" providerId="LiveId" clId="{B624ECEF-70D0-415E-B6B4-881663E91F4C}" dt="2026-06-15T21:06:30.288" v="2335" actId="6549"/>
          <ac:spMkLst>
            <pc:docMk/>
            <pc:sldMk cId="713038881" sldId="365"/>
            <ac:spMk id="52" creationId="{CF532B3A-C7D8-445B-A648-3C6986BD9D44}"/>
          </ac:spMkLst>
        </pc:spChg>
        <pc:spChg chg="add mod">
          <ac:chgData name="순렬 강" userId="5f6c605e062eabd9" providerId="LiveId" clId="{B624ECEF-70D0-415E-B6B4-881663E91F4C}" dt="2026-06-15T21:15:11.007" v="2419" actId="1076"/>
          <ac:spMkLst>
            <pc:docMk/>
            <pc:sldMk cId="713038881" sldId="365"/>
            <ac:spMk id="53" creationId="{C3E1B12E-3426-44AF-BFFF-40D3DFD49CC5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1" creationId="{6EBECB5D-BCEC-4323-AFDF-4B50B99F5A79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2" creationId="{665A1F65-57B2-46F2-9172-2670A3499FD8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3" creationId="{38EBD3A0-D5E0-4184-AE9C-BA4BF56856B0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4" creationId="{E83E7125-BE65-42CD-8831-8923659AD73D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5" creationId="{7900E9BA-22DA-4CD5-B5BF-CAF8720A2B35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6" creationId="{1B0DFA2B-1590-484A-9165-67B8F957CA2F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7" creationId="{1C8D8AA1-1BBB-4407-B439-4CE0F9441956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8" creationId="{4F70B3D3-87B8-4183-A1DE-D352B9027D8E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69" creationId="{72304F7E-9BB7-4D79-A058-620E4E6F0606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0" creationId="{36B036E3-359C-43EB-BFE5-5E3380FB4D9A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1" creationId="{C4F27DB5-3CC8-4CD3-ADFE-3D0E0507A471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2" creationId="{91689848-D1A0-4809-9C89-80ED164B26F6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3" creationId="{5AB18591-77B8-4698-9EE4-90063FF65F94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4" creationId="{2E1C7671-9D62-41F6-86D5-7EB92C699D25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5" creationId="{B801CDE8-2138-4F2C-A045-C4CC172C9C4A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6" creationId="{5F6B5505-C552-499B-B5EA-944C93BFB03B}"/>
          </ac:spMkLst>
        </pc:spChg>
        <pc:spChg chg="del">
          <ac:chgData name="순렬 강" userId="5f6c605e062eabd9" providerId="LiveId" clId="{B624ECEF-70D0-415E-B6B4-881663E91F4C}" dt="2026-06-14T11:15:09.980" v="618" actId="478"/>
          <ac:spMkLst>
            <pc:docMk/>
            <pc:sldMk cId="713038881" sldId="365"/>
            <ac:spMk id="77" creationId="{00000000-0000-0000-0000-000000000000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77" creationId="{0D06B333-B67B-4292-AEF5-ABE08931143F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7" creationId="{8D07CAF3-75E6-4120-84FA-87048B1C2EE0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78" creationId="{7B880B33-1518-4CDE-9816-DED4692961C9}"/>
          </ac:spMkLst>
        </pc:spChg>
        <pc:spChg chg="mod">
          <ac:chgData name="순렬 강" userId="5f6c605e062eabd9" providerId="LiveId" clId="{B624ECEF-70D0-415E-B6B4-881663E91F4C}" dt="2026-06-16T07:04:50.837" v="2889" actId="1035"/>
          <ac:spMkLst>
            <pc:docMk/>
            <pc:sldMk cId="713038881" sldId="365"/>
            <ac:spMk id="78" creationId="{FDF01960-1FE4-490F-BF2A-AF013D0B0CB0}"/>
          </ac:spMkLst>
        </pc:spChg>
        <pc:spChg chg="add mod">
          <ac:chgData name="순렬 강" userId="5f6c605e062eabd9" providerId="LiveId" clId="{B624ECEF-70D0-415E-B6B4-881663E91F4C}" dt="2026-06-15T21:07:09.887" v="2364" actId="20577"/>
          <ac:spMkLst>
            <pc:docMk/>
            <pc:sldMk cId="713038881" sldId="365"/>
            <ac:spMk id="80" creationId="{5AB9C221-BAD1-4A36-A20D-195018349DAF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86" creationId="{6795F8E4-3DE8-4D1F-9CAC-4A04CD478FAF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87" creationId="{1D4CE6E0-F922-4184-A624-094A55EBEA67}"/>
          </ac:spMkLst>
        </pc:spChg>
        <pc:spChg chg="mod">
          <ac:chgData name="순렬 강" userId="5f6c605e062eabd9" providerId="LiveId" clId="{B624ECEF-70D0-415E-B6B4-881663E91F4C}" dt="2026-06-15T21:19:15.126" v="2480" actId="1076"/>
          <ac:spMkLst>
            <pc:docMk/>
            <pc:sldMk cId="713038881" sldId="365"/>
            <ac:spMk id="90" creationId="{3DF554C0-AF1A-4B14-A821-738642B94D7C}"/>
          </ac:spMkLst>
        </pc:spChg>
        <pc:spChg chg="mod">
          <ac:chgData name="순렬 강" userId="5f6c605e062eabd9" providerId="LiveId" clId="{B624ECEF-70D0-415E-B6B4-881663E91F4C}" dt="2026-06-16T07:04:41.959" v="2886"/>
          <ac:spMkLst>
            <pc:docMk/>
            <pc:sldMk cId="713038881" sldId="365"/>
            <ac:spMk id="91" creationId="{63F244F6-5F60-425D-A0DA-B9762EE3F103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93" creationId="{541620BE-86CD-4A8B-BB71-15C8C1750A79}"/>
          </ac:spMkLst>
        </pc:spChg>
        <pc:spChg chg="mod">
          <ac:chgData name="순렬 강" userId="5f6c605e062eabd9" providerId="LiveId" clId="{B624ECEF-70D0-415E-B6B4-881663E91F4C}" dt="2026-06-15T21:15:59.537" v="2440"/>
          <ac:spMkLst>
            <pc:docMk/>
            <pc:sldMk cId="713038881" sldId="365"/>
            <ac:spMk id="94" creationId="{AB0E9636-A4DF-472F-B391-130651037EBA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96" creationId="{1D0A5057-26CC-49CF-8D70-17C3C9D210C2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98" creationId="{78567EC2-4EC6-4FD1-8BF8-FF8F239319C7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99" creationId="{729A4513-DDD0-41E8-8FEA-8A57A5612CC1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102" creationId="{44A7D841-7305-4A41-8687-B31F6E8802F9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103" creationId="{520906C5-5D84-45F7-9279-C0E0CF59A6C0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104" creationId="{5E61EB76-88EA-4FF3-BF76-62FDCF05F7FD}"/>
          </ac:spMkLst>
        </pc:spChg>
        <pc:spChg chg="mod">
          <ac:chgData name="순렬 강" userId="5f6c605e062eabd9" providerId="LiveId" clId="{B624ECEF-70D0-415E-B6B4-881663E91F4C}" dt="2026-06-15T21:02:58.756" v="2190"/>
          <ac:spMkLst>
            <pc:docMk/>
            <pc:sldMk cId="713038881" sldId="365"/>
            <ac:spMk id="105" creationId="{6A310539-5074-48BE-B8FE-E7B404CD0AC8}"/>
          </ac:spMkLst>
        </pc:spChg>
        <pc:spChg chg="mod">
          <ac:chgData name="순렬 강" userId="5f6c605e062eabd9" providerId="LiveId" clId="{B624ECEF-70D0-415E-B6B4-881663E91F4C}" dt="2026-06-15T21:06:52.394" v="2338" actId="1076"/>
          <ac:spMkLst>
            <pc:docMk/>
            <pc:sldMk cId="713038881" sldId="365"/>
            <ac:spMk id="108" creationId="{01B2DDCD-A751-4A4F-8A49-8B4467C57827}"/>
          </ac:spMkLst>
        </pc:spChg>
        <pc:spChg chg="mod">
          <ac:chgData name="순렬 강" userId="5f6c605e062eabd9" providerId="LiveId" clId="{B624ECEF-70D0-415E-B6B4-881663E91F4C}" dt="2026-06-15T21:07:01.985" v="2351"/>
          <ac:spMkLst>
            <pc:docMk/>
            <pc:sldMk cId="713038881" sldId="365"/>
            <ac:spMk id="109" creationId="{167AF41C-6648-4AC6-B3D4-C2EAA8C7CBE0}"/>
          </ac:spMkLst>
        </pc:spChg>
        <pc:spChg chg="mod">
          <ac:chgData name="순렬 강" userId="5f6c605e062eabd9" providerId="LiveId" clId="{B624ECEF-70D0-415E-B6B4-881663E91F4C}" dt="2026-06-14T11:15:07.197" v="617"/>
          <ac:spMkLst>
            <pc:docMk/>
            <pc:sldMk cId="713038881" sldId="365"/>
            <ac:spMk id="110" creationId="{00000000-0000-0000-0000-000000000000}"/>
          </ac:spMkLst>
        </pc:spChg>
        <pc:spChg chg="add mod">
          <ac:chgData name="순렬 강" userId="5f6c605e062eabd9" providerId="LiveId" clId="{B624ECEF-70D0-415E-B6B4-881663E91F4C}" dt="2026-06-15T21:13:15.880" v="2375" actId="1076"/>
          <ac:spMkLst>
            <pc:docMk/>
            <pc:sldMk cId="713038881" sldId="365"/>
            <ac:spMk id="111" creationId="{1634A617-6086-40A3-8A71-94294DBFF8DA}"/>
          </ac:spMkLst>
        </pc:spChg>
        <pc:spChg chg="add mod">
          <ac:chgData name="순렬 강" userId="5f6c605e062eabd9" providerId="LiveId" clId="{B624ECEF-70D0-415E-B6B4-881663E91F4C}" dt="2026-06-15T21:13:15.880" v="2375" actId="1076"/>
          <ac:spMkLst>
            <pc:docMk/>
            <pc:sldMk cId="713038881" sldId="365"/>
            <ac:spMk id="112" creationId="{0E78C887-A347-47BF-B4F7-83936795DF5D}"/>
          </ac:spMkLst>
        </pc:spChg>
        <pc:spChg chg="add mod">
          <ac:chgData name="순렬 강" userId="5f6c605e062eabd9" providerId="LiveId" clId="{B624ECEF-70D0-415E-B6B4-881663E91F4C}" dt="2026-06-15T21:21:33.413" v="2566"/>
          <ac:spMkLst>
            <pc:docMk/>
            <pc:sldMk cId="713038881" sldId="365"/>
            <ac:spMk id="119" creationId="{7F7AA59E-F258-45C1-AA3F-D089FC02AE7D}"/>
          </ac:spMkLst>
        </pc:spChg>
        <pc:spChg chg="add del mod">
          <ac:chgData name="순렬 강" userId="5f6c605e062eabd9" providerId="LiveId" clId="{B624ECEF-70D0-415E-B6B4-881663E91F4C}" dt="2026-06-15T21:26:06.735" v="2638" actId="478"/>
          <ac:spMkLst>
            <pc:docMk/>
            <pc:sldMk cId="713038881" sldId="365"/>
            <ac:spMk id="120" creationId="{8D17FE4D-EB26-42FB-9467-3C5AA4DCB8D6}"/>
          </ac:spMkLst>
        </pc:spChg>
        <pc:spChg chg="add del mod">
          <ac:chgData name="순렬 강" userId="5f6c605e062eabd9" providerId="LiveId" clId="{B624ECEF-70D0-415E-B6B4-881663E91F4C}" dt="2026-06-15T21:26:13.631" v="2642"/>
          <ac:spMkLst>
            <pc:docMk/>
            <pc:sldMk cId="713038881" sldId="365"/>
            <ac:spMk id="121" creationId="{CF7CC91D-A8E6-40F4-BF83-BE0E52162005}"/>
          </ac:spMkLst>
        </pc:spChg>
        <pc:spChg chg="add del mod">
          <ac:chgData name="순렬 강" userId="5f6c605e062eabd9" providerId="LiveId" clId="{B624ECEF-70D0-415E-B6B4-881663E91F4C}" dt="2026-06-15T21:26:52.215" v="2647" actId="478"/>
          <ac:spMkLst>
            <pc:docMk/>
            <pc:sldMk cId="713038881" sldId="365"/>
            <ac:spMk id="122" creationId="{0C8A6512-5959-4EF5-B23C-E984BB97B9CC}"/>
          </ac:spMkLst>
        </pc:spChg>
        <pc:spChg chg="mod">
          <ac:chgData name="순렬 강" userId="5f6c605e062eabd9" providerId="LiveId" clId="{B624ECEF-70D0-415E-B6B4-881663E91F4C}" dt="2026-06-15T21:30:32.131" v="2699" actId="14100"/>
          <ac:spMkLst>
            <pc:docMk/>
            <pc:sldMk cId="713038881" sldId="365"/>
            <ac:spMk id="124" creationId="{ABCACBFB-80E4-4CE5-8D78-8D4663D5E788}"/>
          </ac:spMkLst>
        </pc:spChg>
        <pc:spChg chg="mod">
          <ac:chgData name="순렬 강" userId="5f6c605e062eabd9" providerId="LiveId" clId="{B624ECEF-70D0-415E-B6B4-881663E91F4C}" dt="2026-06-15T21:30:39.835" v="2700" actId="1076"/>
          <ac:spMkLst>
            <pc:docMk/>
            <pc:sldMk cId="713038881" sldId="365"/>
            <ac:spMk id="125" creationId="{8C9D8CD2-2FE0-4B74-B6C7-1459751DAD7E}"/>
          </ac:spMkLst>
        </pc:spChg>
        <pc:spChg chg="add mod">
          <ac:chgData name="순렬 강" userId="5f6c605e062eabd9" providerId="LiveId" clId="{B624ECEF-70D0-415E-B6B4-881663E91F4C}" dt="2026-06-16T07:04:03.382" v="2869" actId="1076"/>
          <ac:spMkLst>
            <pc:docMk/>
            <pc:sldMk cId="713038881" sldId="365"/>
            <ac:spMk id="126" creationId="{DCBEA1C6-5BD5-44FB-B9B3-94162A79B8DF}"/>
          </ac:spMkLst>
        </pc:spChg>
        <pc:spChg chg="add del mod">
          <ac:chgData name="순렬 강" userId="5f6c605e062eabd9" providerId="LiveId" clId="{B624ECEF-70D0-415E-B6B4-881663E91F4C}" dt="2026-06-15T21:31:56.867" v="2715" actId="478"/>
          <ac:spMkLst>
            <pc:docMk/>
            <pc:sldMk cId="713038881" sldId="365"/>
            <ac:spMk id="127" creationId="{DA03EF0F-1027-4589-9C34-B4099F31ACA8}"/>
          </ac:spMkLst>
        </pc:spChg>
        <pc:spChg chg="add mod">
          <ac:chgData name="순렬 강" userId="5f6c605e062eabd9" providerId="LiveId" clId="{B624ECEF-70D0-415E-B6B4-881663E91F4C}" dt="2026-06-15T21:34:13.979" v="2751" actId="207"/>
          <ac:spMkLst>
            <pc:docMk/>
            <pc:sldMk cId="713038881" sldId="365"/>
            <ac:spMk id="128" creationId="{BCFD28C4-EA7F-4A2E-9528-2ABDB8F1288B}"/>
          </ac:spMkLst>
        </pc:spChg>
        <pc:grpChg chg="add mod">
          <ac:chgData name="순렬 강" userId="5f6c605e062eabd9" providerId="LiveId" clId="{B624ECEF-70D0-415E-B6B4-881663E91F4C}" dt="2026-06-15T21:02:58.756" v="2190"/>
          <ac:grpSpMkLst>
            <pc:docMk/>
            <pc:sldMk cId="713038881" sldId="365"/>
            <ac:grpSpMk id="8" creationId="{BB2ABFAA-1587-4D84-934C-47B2045A2D54}"/>
          </ac:grpSpMkLst>
        </pc:grpChg>
        <pc:grpChg chg="add mod">
          <ac:chgData name="순렬 강" userId="5f6c605e062eabd9" providerId="LiveId" clId="{B624ECEF-70D0-415E-B6B4-881663E91F4C}" dt="2026-06-15T21:02:58.756" v="2190"/>
          <ac:grpSpMkLst>
            <pc:docMk/>
            <pc:sldMk cId="713038881" sldId="365"/>
            <ac:grpSpMk id="13" creationId="{C84D6F08-A9E4-4A7F-AAFC-5BE3FC607F79}"/>
          </ac:grpSpMkLst>
        </pc:grpChg>
        <pc:grpChg chg="add mod">
          <ac:chgData name="순렬 강" userId="5f6c605e062eabd9" providerId="LiveId" clId="{B624ECEF-70D0-415E-B6B4-881663E91F4C}" dt="2026-06-15T21:05:56.235" v="2290" actId="1038"/>
          <ac:grpSpMkLst>
            <pc:docMk/>
            <pc:sldMk cId="713038881" sldId="365"/>
            <ac:grpSpMk id="17" creationId="{420DA03A-4762-4169-9544-EA21C469343D}"/>
          </ac:grpSpMkLst>
        </pc:grpChg>
        <pc:grpChg chg="add mod">
          <ac:chgData name="순렬 강" userId="5f6c605e062eabd9" providerId="LiveId" clId="{B624ECEF-70D0-415E-B6B4-881663E91F4C}" dt="2026-06-15T21:02:58.756" v="2190"/>
          <ac:grpSpMkLst>
            <pc:docMk/>
            <pc:sldMk cId="713038881" sldId="365"/>
            <ac:grpSpMk id="20" creationId="{F41FB73E-E204-4A89-930F-FA6660663501}"/>
          </ac:grpSpMkLst>
        </pc:grpChg>
        <pc:grpChg chg="add mod">
          <ac:chgData name="순렬 강" userId="5f6c605e062eabd9" providerId="LiveId" clId="{B624ECEF-70D0-415E-B6B4-881663E91F4C}" dt="2026-06-16T07:04:50.837" v="2889" actId="1035"/>
          <ac:grpSpMkLst>
            <pc:docMk/>
            <pc:sldMk cId="713038881" sldId="365"/>
            <ac:grpSpMk id="23" creationId="{67ACED3E-826D-4BCD-82D9-25E82F64660A}"/>
          </ac:grpSpMkLst>
        </pc:grpChg>
        <pc:grpChg chg="add mod">
          <ac:chgData name="순렬 강" userId="5f6c605e062eabd9" providerId="LiveId" clId="{B624ECEF-70D0-415E-B6B4-881663E91F4C}" dt="2026-06-16T07:04:50.837" v="2889" actId="1035"/>
          <ac:grpSpMkLst>
            <pc:docMk/>
            <pc:sldMk cId="713038881" sldId="365"/>
            <ac:grpSpMk id="26" creationId="{FD9A8A24-956B-45FD-86E7-DDF09AA93A41}"/>
          </ac:grpSpMkLst>
        </pc:grpChg>
        <pc:grpChg chg="add mod">
          <ac:chgData name="순렬 강" userId="5f6c605e062eabd9" providerId="LiveId" clId="{B624ECEF-70D0-415E-B6B4-881663E91F4C}" dt="2026-06-15T21:15:23.295" v="2422" actId="1076"/>
          <ac:grpSpMkLst>
            <pc:docMk/>
            <pc:sldMk cId="713038881" sldId="365"/>
            <ac:grpSpMk id="29" creationId="{5AAFC5F8-BD55-4C11-9064-7F90C1E66D4F}"/>
          </ac:grpSpMkLst>
        </pc:grpChg>
        <pc:grpChg chg="add mod">
          <ac:chgData name="순렬 강" userId="5f6c605e062eabd9" providerId="LiveId" clId="{B624ECEF-70D0-415E-B6B4-881663E91F4C}" dt="2026-06-16T07:04:50.837" v="2889" actId="1035"/>
          <ac:grpSpMkLst>
            <pc:docMk/>
            <pc:sldMk cId="713038881" sldId="365"/>
            <ac:grpSpMk id="32" creationId="{A5494A8A-1371-47B1-B36B-D5DA2786946D}"/>
          </ac:grpSpMkLst>
        </pc:grpChg>
        <pc:grpChg chg="add mod">
          <ac:chgData name="순렬 강" userId="5f6c605e062eabd9" providerId="LiveId" clId="{B624ECEF-70D0-415E-B6B4-881663E91F4C}" dt="2026-06-16T07:04:50.837" v="2889" actId="1035"/>
          <ac:grpSpMkLst>
            <pc:docMk/>
            <pc:sldMk cId="713038881" sldId="365"/>
            <ac:grpSpMk id="37" creationId="{A893CCD8-192C-4BEC-932A-1C08FCB25CD8}"/>
          </ac:grpSpMkLst>
        </pc:grpChg>
        <pc:grpChg chg="add del mod">
          <ac:chgData name="순렬 강" userId="5f6c605e062eabd9" providerId="LiveId" clId="{B624ECEF-70D0-415E-B6B4-881663E91F4C}" dt="2026-06-15T21:04:49.241" v="2231" actId="478"/>
          <ac:grpSpMkLst>
            <pc:docMk/>
            <pc:sldMk cId="713038881" sldId="365"/>
            <ac:grpSpMk id="60" creationId="{63789EA2-668B-410B-9FFF-8AFCC7F7C17C}"/>
          </ac:grpSpMkLst>
        </pc:grpChg>
        <pc:grpChg chg="add mod">
          <ac:chgData name="순렬 강" userId="5f6c605e062eabd9" providerId="LiveId" clId="{B624ECEF-70D0-415E-B6B4-881663E91F4C}" dt="2026-06-16T07:04:50.837" v="2889" actId="1035"/>
          <ac:grpSpMkLst>
            <pc:docMk/>
            <pc:sldMk cId="713038881" sldId="365"/>
            <ac:grpSpMk id="76" creationId="{A1D1E9F5-9564-4E4C-ABB3-D77EB8C7EDA9}"/>
          </ac:grpSpMkLst>
        </pc:grpChg>
        <pc:grpChg chg="add del mod">
          <ac:chgData name="순렬 강" userId="5f6c605e062eabd9" providerId="LiveId" clId="{B624ECEF-70D0-415E-B6B4-881663E91F4C}" dt="2026-06-15T21:15:40.813" v="2426" actId="478"/>
          <ac:grpSpMkLst>
            <pc:docMk/>
            <pc:sldMk cId="713038881" sldId="365"/>
            <ac:grpSpMk id="85" creationId="{E3FDCEE7-A8C4-4E83-8A70-84267B1F83F8}"/>
          </ac:grpSpMkLst>
        </pc:grpChg>
        <pc:grpChg chg="add mod">
          <ac:chgData name="순렬 강" userId="5f6c605e062eabd9" providerId="LiveId" clId="{B624ECEF-70D0-415E-B6B4-881663E91F4C}" dt="2026-06-15T21:19:15.126" v="2480" actId="1076"/>
          <ac:grpSpMkLst>
            <pc:docMk/>
            <pc:sldMk cId="713038881" sldId="365"/>
            <ac:grpSpMk id="89" creationId="{8A9438E8-1CBE-49EE-ACBF-D034CD7AF1AB}"/>
          </ac:grpSpMkLst>
        </pc:grpChg>
        <pc:grpChg chg="add mod">
          <ac:chgData name="순렬 강" userId="5f6c605e062eabd9" providerId="LiveId" clId="{B624ECEF-70D0-415E-B6B4-881663E91F4C}" dt="2026-06-15T21:26:13.150" v="2641" actId="1076"/>
          <ac:grpSpMkLst>
            <pc:docMk/>
            <pc:sldMk cId="713038881" sldId="365"/>
            <ac:grpSpMk id="92" creationId="{2616E8DC-751E-4A12-84F3-6328ED6C4271}"/>
          </ac:grpSpMkLst>
        </pc:grpChg>
        <pc:grpChg chg="add del mod">
          <ac:chgData name="순렬 강" userId="5f6c605e062eabd9" providerId="LiveId" clId="{B624ECEF-70D0-415E-B6B4-881663E91F4C}" dt="2026-06-15T21:31:08.027" v="2708" actId="478"/>
          <ac:grpSpMkLst>
            <pc:docMk/>
            <pc:sldMk cId="713038881" sldId="365"/>
            <ac:grpSpMk id="95" creationId="{58F1164E-5DB7-47AD-8C79-A397E054CFD9}"/>
          </ac:grpSpMkLst>
        </pc:grpChg>
        <pc:grpChg chg="mod">
          <ac:chgData name="순렬 강" userId="5f6c605e062eabd9" providerId="LiveId" clId="{B624ECEF-70D0-415E-B6B4-881663E91F4C}" dt="2026-06-15T21:02:58.756" v="2190"/>
          <ac:grpSpMkLst>
            <pc:docMk/>
            <pc:sldMk cId="713038881" sldId="365"/>
            <ac:grpSpMk id="100" creationId="{971BFF3B-92F0-4177-B0EF-615565A2A99C}"/>
          </ac:grpSpMkLst>
        </pc:grpChg>
        <pc:grpChg chg="mod">
          <ac:chgData name="순렬 강" userId="5f6c605e062eabd9" providerId="LiveId" clId="{B624ECEF-70D0-415E-B6B4-881663E91F4C}" dt="2026-06-15T21:02:58.756" v="2190"/>
          <ac:grpSpMkLst>
            <pc:docMk/>
            <pc:sldMk cId="713038881" sldId="365"/>
            <ac:grpSpMk id="101" creationId="{3091C9C6-B8C7-44F6-90FC-504ACA3A0BB4}"/>
          </ac:grpSpMkLst>
        </pc:grpChg>
        <pc:grpChg chg="add mod">
          <ac:chgData name="순렬 강" userId="5f6c605e062eabd9" providerId="LiveId" clId="{B624ECEF-70D0-415E-B6B4-881663E91F4C}" dt="2026-06-15T21:06:52.394" v="2338" actId="1076"/>
          <ac:grpSpMkLst>
            <pc:docMk/>
            <pc:sldMk cId="713038881" sldId="365"/>
            <ac:grpSpMk id="107" creationId="{8AFC84B3-60C2-4ED0-9A30-766E7FE98E93}"/>
          </ac:grpSpMkLst>
        </pc:grpChg>
        <pc:grpChg chg="add del mod">
          <ac:chgData name="순렬 강" userId="5f6c605e062eabd9" providerId="LiveId" clId="{B624ECEF-70D0-415E-B6B4-881663E91F4C}" dt="2026-06-16T07:03:51.101" v="2866" actId="478"/>
          <ac:grpSpMkLst>
            <pc:docMk/>
            <pc:sldMk cId="713038881" sldId="365"/>
            <ac:grpSpMk id="123" creationId="{5C286D35-0244-4341-8F76-7E028512BD62}"/>
          </ac:grpSpMkLst>
        </pc:grpChg>
        <pc:graphicFrameChg chg="del">
          <ac:chgData name="순렬 강" userId="5f6c605e062eabd9" providerId="LiveId" clId="{B624ECEF-70D0-415E-B6B4-881663E91F4C}" dt="2026-06-14T11:14:49.668" v="605" actId="478"/>
          <ac:graphicFrameMkLst>
            <pc:docMk/>
            <pc:sldMk cId="713038881" sldId="365"/>
            <ac:graphicFrameMk id="74" creationId="{00000000-0000-0000-0000-000000000000}"/>
          </ac:graphicFrameMkLst>
        </pc:graphicFrameChg>
        <pc:graphicFrameChg chg="del">
          <ac:chgData name="순렬 강" userId="5f6c605e062eabd9" providerId="LiveId" clId="{B624ECEF-70D0-415E-B6B4-881663E91F4C}" dt="2026-06-14T11:14:49.668" v="605" actId="478"/>
          <ac:graphicFrameMkLst>
            <pc:docMk/>
            <pc:sldMk cId="713038881" sldId="365"/>
            <ac:graphicFrameMk id="76" creationId="{00000000-0000-0000-0000-000000000000}"/>
          </ac:graphicFrameMkLst>
        </pc:graphicFrameChg>
        <pc:graphicFrameChg chg="del">
          <ac:chgData name="순렬 강" userId="5f6c605e062eabd9" providerId="LiveId" clId="{B624ECEF-70D0-415E-B6B4-881663E91F4C}" dt="2026-06-14T11:14:55.685" v="606" actId="478"/>
          <ac:graphicFrameMkLst>
            <pc:docMk/>
            <pc:sldMk cId="713038881" sldId="365"/>
            <ac:graphicFrameMk id="78" creationId="{00000000-0000-0000-0000-000000000000}"/>
          </ac:graphicFrameMkLst>
        </pc:graphicFrameChg>
        <pc:picChg chg="add mod">
          <ac:chgData name="순렬 강" userId="5f6c605e062eabd9" providerId="LiveId" clId="{B624ECEF-70D0-415E-B6B4-881663E91F4C}" dt="2026-06-15T21:02:58.756" v="2190"/>
          <ac:picMkLst>
            <pc:docMk/>
            <pc:sldMk cId="713038881" sldId="365"/>
            <ac:picMk id="48" creationId="{C8845F7C-0B5E-4CCF-9E1A-D6D0559D89F5}"/>
          </ac:picMkLst>
        </pc:picChg>
        <pc:picChg chg="add mod">
          <ac:chgData name="순렬 강" userId="5f6c605e062eabd9" providerId="LiveId" clId="{B624ECEF-70D0-415E-B6B4-881663E91F4C}" dt="2026-06-15T21:14:50.526" v="2415" actId="1035"/>
          <ac:picMkLst>
            <pc:docMk/>
            <pc:sldMk cId="713038881" sldId="365"/>
            <ac:picMk id="49" creationId="{CA496D1C-EBA0-4B1B-92E0-42F1D81B0672}"/>
          </ac:picMkLst>
        </pc:picChg>
        <pc:picChg chg="add del mod">
          <ac:chgData name="순렬 강" userId="5f6c605e062eabd9" providerId="LiveId" clId="{B624ECEF-70D0-415E-B6B4-881663E91F4C}" dt="2026-06-16T06:00:03.033" v="2756" actId="478"/>
          <ac:picMkLst>
            <pc:docMk/>
            <pc:sldMk cId="713038881" sldId="365"/>
            <ac:picMk id="54" creationId="{863F4364-E7FB-4285-8F0D-0036ECD11F0D}"/>
          </ac:picMkLst>
        </pc:picChg>
        <pc:picChg chg="add mod">
          <ac:chgData name="순렬 강" userId="5f6c605e062eabd9" providerId="LiveId" clId="{B624ECEF-70D0-415E-B6B4-881663E91F4C}" dt="2026-06-16T06:00:09.922" v="2762" actId="1037"/>
          <ac:picMkLst>
            <pc:docMk/>
            <pc:sldMk cId="713038881" sldId="365"/>
            <ac:picMk id="55" creationId="{61372D11-9948-4945-A970-F88AEC538DEA}"/>
          </ac:picMkLst>
        </pc:picChg>
        <pc:picChg chg="add mod">
          <ac:chgData name="순렬 강" userId="5f6c605e062eabd9" providerId="LiveId" clId="{B624ECEF-70D0-415E-B6B4-881663E91F4C}" dt="2026-06-16T06:00:07.602" v="2760" actId="1038"/>
          <ac:picMkLst>
            <pc:docMk/>
            <pc:sldMk cId="713038881" sldId="365"/>
            <ac:picMk id="56" creationId="{2E01CCE5-1651-4999-A9FB-CF6083C5D295}"/>
          </ac:picMkLst>
        </pc:picChg>
        <pc:picChg chg="add del mod">
          <ac:chgData name="순렬 강" userId="5f6c605e062eabd9" providerId="LiveId" clId="{B624ECEF-70D0-415E-B6B4-881663E91F4C}" dt="2026-06-15T21:31:06.558" v="2707" actId="478"/>
          <ac:picMkLst>
            <pc:docMk/>
            <pc:sldMk cId="713038881" sldId="365"/>
            <ac:picMk id="57" creationId="{754A488C-63F4-4110-8D83-5671291F3578}"/>
          </ac:picMkLst>
        </pc:picChg>
        <pc:picChg chg="add del mod">
          <ac:chgData name="순렬 강" userId="5f6c605e062eabd9" providerId="LiveId" clId="{B624ECEF-70D0-415E-B6B4-881663E91F4C}" dt="2026-06-15T21:25:33.751" v="2634" actId="478"/>
          <ac:picMkLst>
            <pc:docMk/>
            <pc:sldMk cId="713038881" sldId="365"/>
            <ac:picMk id="58" creationId="{C70DAE01-1A73-4645-A180-80EEF4CA85C0}"/>
          </ac:picMkLst>
        </pc:picChg>
        <pc:picChg chg="add del mod">
          <ac:chgData name="순렬 강" userId="5f6c605e062eabd9" providerId="LiveId" clId="{B624ECEF-70D0-415E-B6B4-881663E91F4C}" dt="2026-06-15T21:25:34.368" v="2635" actId="478"/>
          <ac:picMkLst>
            <pc:docMk/>
            <pc:sldMk cId="713038881" sldId="365"/>
            <ac:picMk id="59" creationId="{20307C96-0CE7-4C31-B761-72DC7F05693F}"/>
          </ac:picMkLst>
        </pc:picChg>
        <pc:picChg chg="add del mod">
          <ac:chgData name="순렬 강" userId="5f6c605e062eabd9" providerId="LiveId" clId="{B624ECEF-70D0-415E-B6B4-881663E91F4C}" dt="2026-06-15T21:04:49.241" v="2231" actId="478"/>
          <ac:picMkLst>
            <pc:docMk/>
            <pc:sldMk cId="713038881" sldId="365"/>
            <ac:picMk id="79" creationId="{A4D30E54-346A-4CAD-B3D8-117C964962BB}"/>
          </ac:picMkLst>
        </pc:picChg>
        <pc:picChg chg="add del mod">
          <ac:chgData name="순렬 강" userId="5f6c605e062eabd9" providerId="LiveId" clId="{B624ECEF-70D0-415E-B6B4-881663E91F4C}" dt="2026-06-15T21:04:49.241" v="2231" actId="478"/>
          <ac:picMkLst>
            <pc:docMk/>
            <pc:sldMk cId="713038881" sldId="365"/>
            <ac:picMk id="81" creationId="{5DE890A5-45AF-4D0E-9196-E2216D9B5F86}"/>
          </ac:picMkLst>
        </pc:picChg>
        <pc:picChg chg="add mod">
          <ac:chgData name="순렬 강" userId="5f6c605e062eabd9" providerId="LiveId" clId="{B624ECEF-70D0-415E-B6B4-881663E91F4C}" dt="2026-06-15T21:02:58.756" v="2190"/>
          <ac:picMkLst>
            <pc:docMk/>
            <pc:sldMk cId="713038881" sldId="365"/>
            <ac:picMk id="106" creationId="{666BBCB1-5063-46E6-B1AA-0F0C5E6E4132}"/>
          </ac:picMkLst>
        </pc:picChg>
        <pc:picChg chg="add mod ord">
          <ac:chgData name="순렬 강" userId="5f6c605e062eabd9" providerId="LiveId" clId="{B624ECEF-70D0-415E-B6B4-881663E91F4C}" dt="2026-06-15T21:19:47.158" v="2487" actId="166"/>
          <ac:picMkLst>
            <pc:docMk/>
            <pc:sldMk cId="713038881" sldId="365"/>
            <ac:picMk id="113" creationId="{524CD483-0A85-44CA-A24E-77DFFA66FE68}"/>
          </ac:picMkLst>
        </pc:pic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9" creationId="{3A0BF263-9437-432D-8971-CB22A3537660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11" creationId="{013DC955-7EED-4B93-B2E3-7171299F3DED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12" creationId="{6838BE11-ED0E-4E57-8193-1DDFD48ACECF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14" creationId="{B14B308A-C29B-411F-9458-56B7959FBEA6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15" creationId="{7628771F-2502-4ED4-875E-CDEB73315173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16" creationId="{84603DCA-FB80-4CEC-9F8A-7337D65DF43B}"/>
          </ac:cxnSpMkLst>
        </pc:cxnChg>
        <pc:cxnChg chg="add mod">
          <ac:chgData name="순렬 강" userId="5f6c605e062eabd9" providerId="LiveId" clId="{B624ECEF-70D0-415E-B6B4-881663E91F4C}" dt="2026-06-15T21:15:20.189" v="2421" actId="14100"/>
          <ac:cxnSpMkLst>
            <pc:docMk/>
            <pc:sldMk cId="713038881" sldId="365"/>
            <ac:cxnSpMk id="40" creationId="{6D3545B7-0471-4937-97CA-549FCD10FF87}"/>
          </ac:cxnSpMkLst>
        </pc:cxnChg>
        <pc:cxnChg chg="add 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45" creationId="{2948C2DC-FA6E-4D56-9C71-0FFBA0898335}"/>
          </ac:cxnSpMkLst>
        </pc:cxnChg>
        <pc:cxnChg chg="add 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46" creationId="{428071C6-9740-470A-8A5B-EE319B9E7347}"/>
          </ac:cxnSpMkLst>
        </pc:cxnChg>
        <pc:cxnChg chg="add 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47" creationId="{0BF36E3A-8E71-4FAD-85FB-505DF799A774}"/>
          </ac:cxnSpMkLst>
        </pc:cxnChg>
        <pc:cxnChg chg="add 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50" creationId="{E1D72E26-3D35-4644-B5BE-85541F2D5C92}"/>
          </ac:cxnSpMkLst>
        </pc:cxnChg>
        <pc:cxnChg chg="add 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51" creationId="{20CB3F88-B63D-44D9-BC14-2CBD4BDBAC69}"/>
          </ac:cxnSpMkLst>
        </pc:cxnChg>
        <pc:cxnChg chg="add del mod">
          <ac:chgData name="순렬 강" userId="5f6c605e062eabd9" providerId="LiveId" clId="{B624ECEF-70D0-415E-B6B4-881663E91F4C}" dt="2026-06-15T21:05:00.796" v="2234" actId="478"/>
          <ac:cxnSpMkLst>
            <pc:docMk/>
            <pc:sldMk cId="713038881" sldId="365"/>
            <ac:cxnSpMk id="82" creationId="{2E67D54C-D999-420C-962A-6C6C3019375B}"/>
          </ac:cxnSpMkLst>
        </pc:cxnChg>
        <pc:cxnChg chg="add del mod">
          <ac:chgData name="순렬 강" userId="5f6c605e062eabd9" providerId="LiveId" clId="{B624ECEF-70D0-415E-B6B4-881663E91F4C}" dt="2026-06-15T21:04:55.865" v="2232" actId="478"/>
          <ac:cxnSpMkLst>
            <pc:docMk/>
            <pc:sldMk cId="713038881" sldId="365"/>
            <ac:cxnSpMk id="83" creationId="{748E2C8B-4B2C-460B-B0AB-6BED5A48E97B}"/>
          </ac:cxnSpMkLst>
        </pc:cxnChg>
        <pc:cxnChg chg="add del mod">
          <ac:chgData name="순렬 강" userId="5f6c605e062eabd9" providerId="LiveId" clId="{B624ECEF-70D0-415E-B6B4-881663E91F4C}" dt="2026-06-15T21:04:58.440" v="2233" actId="478"/>
          <ac:cxnSpMkLst>
            <pc:docMk/>
            <pc:sldMk cId="713038881" sldId="365"/>
            <ac:cxnSpMk id="84" creationId="{56EF260D-8086-4945-B6BF-427B966C5860}"/>
          </ac:cxnSpMkLst>
        </pc:cxnChg>
        <pc:cxnChg chg="add del mod">
          <ac:chgData name="순렬 강" userId="5f6c605e062eabd9" providerId="LiveId" clId="{B624ECEF-70D0-415E-B6B4-881663E91F4C}" dt="2026-06-15T21:19:17.387" v="2481" actId="478"/>
          <ac:cxnSpMkLst>
            <pc:docMk/>
            <pc:sldMk cId="713038881" sldId="365"/>
            <ac:cxnSpMk id="88" creationId="{4FE033CD-3348-43C2-8838-21DC0A05399E}"/>
          </ac:cxnSpMkLst>
        </pc:cxnChg>
        <pc:cxnChg chg="mod">
          <ac:chgData name="순렬 강" userId="5f6c605e062eabd9" providerId="LiveId" clId="{B624ECEF-70D0-415E-B6B4-881663E91F4C}" dt="2026-06-15T21:02:58.756" v="2190"/>
          <ac:cxnSpMkLst>
            <pc:docMk/>
            <pc:sldMk cId="713038881" sldId="365"/>
            <ac:cxnSpMk id="97" creationId="{33081942-C6C5-4BED-BA51-5FDE169F67F7}"/>
          </ac:cxnSpMkLst>
        </pc:cxnChg>
        <pc:cxnChg chg="add mod">
          <ac:chgData name="순렬 강" userId="5f6c605e062eabd9" providerId="LiveId" clId="{B624ECEF-70D0-415E-B6B4-881663E91F4C}" dt="2026-06-15T21:19:43.886" v="2486" actId="1076"/>
          <ac:cxnSpMkLst>
            <pc:docMk/>
            <pc:sldMk cId="713038881" sldId="365"/>
            <ac:cxnSpMk id="114" creationId="{A3ED4E0F-174A-4973-9AD9-4CD69F114A81}"/>
          </ac:cxnSpMkLst>
        </pc:cxnChg>
        <pc:cxnChg chg="add mod">
          <ac:chgData name="순렬 강" userId="5f6c605e062eabd9" providerId="LiveId" clId="{B624ECEF-70D0-415E-B6B4-881663E91F4C}" dt="2026-06-15T21:21:53.271" v="2567" actId="692"/>
          <ac:cxnSpMkLst>
            <pc:docMk/>
            <pc:sldMk cId="713038881" sldId="365"/>
            <ac:cxnSpMk id="115" creationId="{90331B34-FB1F-4EEF-B827-B115D1219D7B}"/>
          </ac:cxnSpMkLst>
        </pc:cxnChg>
      </pc:sldChg>
      <pc:sldChg chg="delSp modSp mod modClrScheme chgLayout">
        <pc:chgData name="순렬 강" userId="5f6c605e062eabd9" providerId="LiveId" clId="{B624ECEF-70D0-415E-B6B4-881663E91F4C}" dt="2026-06-14T12:05:44.816" v="1466" actId="478"/>
        <pc:sldMkLst>
          <pc:docMk/>
          <pc:sldMk cId="713038881" sldId="366"/>
        </pc:sldMkLst>
        <pc:spChg chg="del">
          <ac:chgData name="순렬 강" userId="5f6c605e062eabd9" providerId="LiveId" clId="{B624ECEF-70D0-415E-B6B4-881663E91F4C}" dt="2026-06-14T12:05:44.816" v="1466" actId="478"/>
          <ac:spMkLst>
            <pc:docMk/>
            <pc:sldMk cId="713038881" sldId="366"/>
            <ac:spMk id="5" creationId="{00000000-0000-0000-0000-000000000000}"/>
          </ac:spMkLst>
        </pc:spChg>
        <pc:graphicFrameChg chg="mod modGraphic">
          <ac:chgData name="순렬 강" userId="5f6c605e062eabd9" providerId="LiveId" clId="{B624ECEF-70D0-415E-B6B4-881663E91F4C}" dt="2026-06-14T12:03:03.907" v="1457" actId="6549"/>
          <ac:graphicFrameMkLst>
            <pc:docMk/>
            <pc:sldMk cId="713038881" sldId="366"/>
            <ac:graphicFrameMk id="6" creationId="{00000000-0000-0000-0000-000000000000}"/>
          </ac:graphicFrameMkLst>
        </pc:graphicFrameChg>
      </pc:sldChg>
      <pc:sldChg chg="delSp modSp mod modClrScheme chgLayout">
        <pc:chgData name="순렬 강" userId="5f6c605e062eabd9" providerId="LiveId" clId="{B624ECEF-70D0-415E-B6B4-881663E91F4C}" dt="2026-06-14T12:19:04.774" v="1595" actId="700"/>
        <pc:sldMkLst>
          <pc:docMk/>
          <pc:sldMk cId="1195002316" sldId="367"/>
        </pc:sldMkLst>
        <pc:spChg chg="mod">
          <ac:chgData name="순렬 강" userId="5f6c605e062eabd9" providerId="LiveId" clId="{B624ECEF-70D0-415E-B6B4-881663E91F4C}" dt="2026-06-14T11:22:22.793" v="709"/>
          <ac:spMkLst>
            <pc:docMk/>
            <pc:sldMk cId="1195002316" sldId="367"/>
            <ac:spMk id="5" creationId="{00000000-0000-0000-0000-000000000000}"/>
          </ac:spMkLst>
        </pc:spChg>
        <pc:spChg chg="del">
          <ac:chgData name="순렬 강" userId="5f6c605e062eabd9" providerId="LiveId" clId="{B624ECEF-70D0-415E-B6B4-881663E91F4C}" dt="2026-06-14T11:22:25.561" v="710" actId="478"/>
          <ac:spMkLst>
            <pc:docMk/>
            <pc:sldMk cId="1195002316" sldId="367"/>
            <ac:spMk id="6" creationId="{00000000-0000-0000-0000-000000000000}"/>
          </ac:spMkLst>
        </pc:spChg>
        <pc:spChg chg="del mod">
          <ac:chgData name="순렬 강" userId="5f6c605e062eabd9" providerId="LiveId" clId="{B624ECEF-70D0-415E-B6B4-881663E91F4C}" dt="2026-06-14T12:06:09.363" v="1467" actId="478"/>
          <ac:spMkLst>
            <pc:docMk/>
            <pc:sldMk cId="1195002316" sldId="367"/>
            <ac:spMk id="8" creationId="{00000000-0000-0000-0000-000000000000}"/>
          </ac:spMkLst>
        </pc:spChg>
        <pc:spChg chg="mod">
          <ac:chgData name="순렬 강" userId="5f6c605e062eabd9" providerId="LiveId" clId="{B624ECEF-70D0-415E-B6B4-881663E91F4C}" dt="2026-06-14T11:22:09.183" v="684"/>
          <ac:spMkLst>
            <pc:docMk/>
            <pc:sldMk cId="1195002316" sldId="367"/>
            <ac:spMk id="110" creationId="{00000000-0000-0000-0000-000000000000}"/>
          </ac:spMkLst>
        </pc:spChg>
        <pc:graphicFrameChg chg="del">
          <ac:chgData name="순렬 강" userId="5f6c605e062eabd9" providerId="LiveId" clId="{B624ECEF-70D0-415E-B6B4-881663E91F4C}" dt="2026-06-14T11:22:27.968" v="711" actId="478"/>
          <ac:graphicFrameMkLst>
            <pc:docMk/>
            <pc:sldMk cId="1195002316" sldId="367"/>
            <ac:graphicFrameMk id="11" creationId="{00000000-0000-0000-0000-000000000000}"/>
          </ac:graphicFrameMkLst>
        </pc:graphicFrameChg>
        <pc:graphicFrameChg chg="del">
          <ac:chgData name="순렬 강" userId="5f6c605e062eabd9" providerId="LiveId" clId="{B624ECEF-70D0-415E-B6B4-881663E91F4C}" dt="2026-06-14T11:22:25.561" v="710" actId="478"/>
          <ac:graphicFrameMkLst>
            <pc:docMk/>
            <pc:sldMk cId="1195002316" sldId="367"/>
            <ac:graphicFrameMk id="12" creationId="{00000000-0000-0000-0000-000000000000}"/>
          </ac:graphicFrameMkLst>
        </pc:graphicFrameChg>
        <pc:graphicFrameChg chg="del">
          <ac:chgData name="순렬 강" userId="5f6c605e062eabd9" providerId="LiveId" clId="{B624ECEF-70D0-415E-B6B4-881663E91F4C}" dt="2026-06-14T11:22:29.644" v="712" actId="478"/>
          <ac:graphicFrameMkLst>
            <pc:docMk/>
            <pc:sldMk cId="1195002316" sldId="367"/>
            <ac:graphicFrameMk id="13" creationId="{00000000-0000-0000-0000-000000000000}"/>
          </ac:graphicFrameMkLst>
        </pc:graphicFrameChg>
      </pc:sldChg>
      <pc:sldChg chg="delSp modSp mod modClrScheme chgLayout">
        <pc:chgData name="순렬 강" userId="5f6c605e062eabd9" providerId="LiveId" clId="{B624ECEF-70D0-415E-B6B4-881663E91F4C}" dt="2026-06-14T12:34:57.462" v="1646" actId="207"/>
        <pc:sldMkLst>
          <pc:docMk/>
          <pc:sldMk cId="3947540987" sldId="368"/>
        </pc:sldMkLst>
        <pc:spChg chg="del">
          <ac:chgData name="순렬 강" userId="5f6c605e062eabd9" providerId="LiveId" clId="{B624ECEF-70D0-415E-B6B4-881663E91F4C}" dt="2026-06-14T12:06:18.826" v="1468" actId="478"/>
          <ac:spMkLst>
            <pc:docMk/>
            <pc:sldMk cId="3947540987" sldId="368"/>
            <ac:spMk id="5" creationId="{00000000-0000-0000-0000-000000000000}"/>
          </ac:spMkLst>
        </pc:spChg>
        <pc:graphicFrameChg chg="modGraphic">
          <ac:chgData name="순렬 강" userId="5f6c605e062eabd9" providerId="LiveId" clId="{B624ECEF-70D0-415E-B6B4-881663E91F4C}" dt="2026-06-14T12:34:57.462" v="1646" actId="207"/>
          <ac:graphicFrameMkLst>
            <pc:docMk/>
            <pc:sldMk cId="3947540987" sldId="368"/>
            <ac:graphicFrameMk id="6" creationId="{00000000-0000-0000-0000-000000000000}"/>
          </ac:graphicFrameMkLst>
        </pc:graphicFrameChg>
      </pc:sldChg>
      <pc:sldChg chg="del">
        <pc:chgData name="순렬 강" userId="5f6c605e062eabd9" providerId="LiveId" clId="{B624ECEF-70D0-415E-B6B4-881663E91F4C}" dt="2026-06-14T11:09:36.388" v="560" actId="2696"/>
        <pc:sldMkLst>
          <pc:docMk/>
          <pc:sldMk cId="2497734529" sldId="369"/>
        </pc:sldMkLst>
      </pc:sldChg>
      <pc:sldChg chg="del">
        <pc:chgData name="순렬 강" userId="5f6c605e062eabd9" providerId="LiveId" clId="{B624ECEF-70D0-415E-B6B4-881663E91F4C}" dt="2026-06-14T11:10:04.147" v="562" actId="2696"/>
        <pc:sldMkLst>
          <pc:docMk/>
          <pc:sldMk cId="4081532131" sldId="371"/>
        </pc:sldMkLst>
      </pc:sldChg>
      <pc:sldChg chg="del">
        <pc:chgData name="순렬 강" userId="5f6c605e062eabd9" providerId="LiveId" clId="{B624ECEF-70D0-415E-B6B4-881663E91F4C}" dt="2026-06-14T11:10:25.572" v="566" actId="2696"/>
        <pc:sldMkLst>
          <pc:docMk/>
          <pc:sldMk cId="4081532131" sldId="374"/>
        </pc:sldMkLst>
      </pc:sldChg>
      <pc:sldChg chg="del">
        <pc:chgData name="순렬 강" userId="5f6c605e062eabd9" providerId="LiveId" clId="{B624ECEF-70D0-415E-B6B4-881663E91F4C}" dt="2026-06-14T11:10:12.523" v="564" actId="2696"/>
        <pc:sldMkLst>
          <pc:docMk/>
          <pc:sldMk cId="4081532131" sldId="375"/>
        </pc:sldMkLst>
      </pc:sldChg>
      <pc:sldChg chg="addSp delSp modSp mod modClrScheme chgLayout">
        <pc:chgData name="순렬 강" userId="5f6c605e062eabd9" providerId="LiveId" clId="{B624ECEF-70D0-415E-B6B4-881663E91F4C}" dt="2026-06-16T07:41:28.877" v="4416" actId="14100"/>
        <pc:sldMkLst>
          <pc:docMk/>
          <pc:sldMk cId="1118119160" sldId="376"/>
        </pc:sldMkLst>
        <pc:spChg chg="del">
          <ac:chgData name="순렬 강" userId="5f6c605e062eabd9" providerId="LiveId" clId="{B624ECEF-70D0-415E-B6B4-881663E91F4C}" dt="2026-06-14T12:04:54.764" v="1461" actId="478"/>
          <ac:spMkLst>
            <pc:docMk/>
            <pc:sldMk cId="1118119160" sldId="376"/>
            <ac:spMk id="2" creationId="{00000000-0000-0000-0000-000000000000}"/>
          </ac:spMkLst>
        </pc:spChg>
        <pc:spChg chg="add del mod">
          <ac:chgData name="순렬 강" userId="5f6c605e062eabd9" providerId="LiveId" clId="{B624ECEF-70D0-415E-B6B4-881663E91F4C}" dt="2026-06-14T11:32:32.221" v="794"/>
          <ac:spMkLst>
            <pc:docMk/>
            <pc:sldMk cId="1118119160" sldId="376"/>
            <ac:spMk id="8" creationId="{41A3C0AE-2AE3-413A-BA26-9DAC484AA7D1}"/>
          </ac:spMkLst>
        </pc:spChg>
        <pc:spChg chg="add mod">
          <ac:chgData name="순렬 강" userId="5f6c605e062eabd9" providerId="LiveId" clId="{B624ECEF-70D0-415E-B6B4-881663E91F4C}" dt="2026-06-15T20:56:04.745" v="2126" actId="207"/>
          <ac:spMkLst>
            <pc:docMk/>
            <pc:sldMk cId="1118119160" sldId="376"/>
            <ac:spMk id="8" creationId="{D4A1AD0F-C12C-418D-A6E4-D616E877DE14}"/>
          </ac:spMkLst>
        </pc:spChg>
        <pc:graphicFrameChg chg="add mod modGraphic">
          <ac:chgData name="순렬 강" userId="5f6c605e062eabd9" providerId="LiveId" clId="{B624ECEF-70D0-415E-B6B4-881663E91F4C}" dt="2026-06-15T21:11:02.839" v="2365" actId="255"/>
          <ac:graphicFrameMkLst>
            <pc:docMk/>
            <pc:sldMk cId="1118119160" sldId="376"/>
            <ac:graphicFrameMk id="2" creationId="{8CD652A3-C81A-4446-9BD5-98277316AE59}"/>
          </ac:graphicFrameMkLst>
        </pc:graphicFrameChg>
        <pc:picChg chg="add mod">
          <ac:chgData name="순렬 강" userId="5f6c605e062eabd9" providerId="LiveId" clId="{B624ECEF-70D0-415E-B6B4-881663E91F4C}" dt="2026-06-16T07:41:28.877" v="4416" actId="14100"/>
          <ac:picMkLst>
            <pc:docMk/>
            <pc:sldMk cId="1118119160" sldId="376"/>
            <ac:picMk id="5" creationId="{F5C9E310-42F5-49C0-987B-A559A36440CB}"/>
          </ac:picMkLst>
        </pc:picChg>
        <pc:picChg chg="del">
          <ac:chgData name="순렬 강" userId="5f6c605e062eabd9" providerId="LiveId" clId="{B624ECEF-70D0-415E-B6B4-881663E91F4C}" dt="2026-06-14T12:30:04.144" v="1640" actId="478"/>
          <ac:picMkLst>
            <pc:docMk/>
            <pc:sldMk cId="1118119160" sldId="376"/>
            <ac:picMk id="1026" creationId="{00000000-0000-0000-0000-000000000000}"/>
          </ac:picMkLst>
        </pc:picChg>
      </pc:sldChg>
      <pc:sldChg chg="addSp delSp modSp new mod">
        <pc:chgData name="순렬 강" userId="5f6c605e062eabd9" providerId="LiveId" clId="{B624ECEF-70D0-415E-B6B4-881663E91F4C}" dt="2026-06-14T11:47:45.565" v="1029"/>
        <pc:sldMkLst>
          <pc:docMk/>
          <pc:sldMk cId="600579656" sldId="377"/>
        </pc:sldMkLst>
        <pc:spChg chg="add del mod">
          <ac:chgData name="순렬 강" userId="5f6c605e062eabd9" providerId="LiveId" clId="{B624ECEF-70D0-415E-B6B4-881663E91F4C}" dt="2026-06-14T11:47:31.995" v="999" actId="478"/>
          <ac:spMkLst>
            <pc:docMk/>
            <pc:sldMk cId="600579656" sldId="377"/>
            <ac:spMk id="2" creationId="{3E3B1E46-0B19-4E92-AA14-9205F976A22F}"/>
          </ac:spMkLst>
        </pc:spChg>
        <pc:spChg chg="add mod">
          <ac:chgData name="순렬 강" userId="5f6c605e062eabd9" providerId="LiveId" clId="{B624ECEF-70D0-415E-B6B4-881663E91F4C}" dt="2026-06-14T11:47:45.565" v="1029"/>
          <ac:spMkLst>
            <pc:docMk/>
            <pc:sldMk cId="600579656" sldId="377"/>
            <ac:spMk id="3" creationId="{5855BD91-C25F-48D0-92FF-CCBE8CD92432}"/>
          </ac:spMkLst>
        </pc:spChg>
      </pc:sldChg>
      <pc:sldChg chg="addSp modSp new mod">
        <pc:chgData name="순렬 강" userId="5f6c605e062eabd9" providerId="LiveId" clId="{B624ECEF-70D0-415E-B6B4-881663E91F4C}" dt="2026-06-14T11:46:59.568" v="998" actId="207"/>
        <pc:sldMkLst>
          <pc:docMk/>
          <pc:sldMk cId="2885420644" sldId="378"/>
        </pc:sldMkLst>
        <pc:spChg chg="add mod">
          <ac:chgData name="순렬 강" userId="5f6c605e062eabd9" providerId="LiveId" clId="{B624ECEF-70D0-415E-B6B4-881663E91F4C}" dt="2026-06-14T11:46:59.568" v="998" actId="207"/>
          <ac:spMkLst>
            <pc:docMk/>
            <pc:sldMk cId="2885420644" sldId="378"/>
            <ac:spMk id="2" creationId="{9EC57E69-444E-4ABF-B9F0-694BBC7736EA}"/>
          </ac:spMkLst>
        </pc:spChg>
      </pc:sldChg>
      <pc:sldChg chg="addSp modSp new del mod">
        <pc:chgData name="순렬 강" userId="5f6c605e062eabd9" providerId="LiveId" clId="{B624ECEF-70D0-415E-B6B4-881663E91F4C}" dt="2026-06-14T12:18:23.527" v="1594" actId="2696"/>
        <pc:sldMkLst>
          <pc:docMk/>
          <pc:sldMk cId="1462832903" sldId="379"/>
        </pc:sldMkLst>
        <pc:spChg chg="add mod">
          <ac:chgData name="순렬 강" userId="5f6c605e062eabd9" providerId="LiveId" clId="{B624ECEF-70D0-415E-B6B4-881663E91F4C}" dt="2026-06-14T11:45:10.361" v="938"/>
          <ac:spMkLst>
            <pc:docMk/>
            <pc:sldMk cId="1462832903" sldId="379"/>
            <ac:spMk id="2" creationId="{5B503CE2-F19D-43F0-A928-E4611933FEC3}"/>
          </ac:spMkLst>
        </pc:spChg>
      </pc:sldChg>
      <pc:sldChg chg="del">
        <pc:chgData name="순렬 강" userId="5f6c605e062eabd9" providerId="LiveId" clId="{B624ECEF-70D0-415E-B6B4-881663E91F4C}" dt="2026-06-14T11:10:08.539" v="563" actId="2696"/>
        <pc:sldMkLst>
          <pc:docMk/>
          <pc:sldMk cId="1973647992" sldId="379"/>
        </pc:sldMkLst>
      </pc:sldChg>
      <pc:sldChg chg="addSp delSp modSp new mod">
        <pc:chgData name="순렬 강" userId="5f6c605e062eabd9" providerId="LiveId" clId="{B624ECEF-70D0-415E-B6B4-881663E91F4C}" dt="2026-06-14T11:50:04.309" v="1156"/>
        <pc:sldMkLst>
          <pc:docMk/>
          <pc:sldMk cId="2051154631" sldId="380"/>
        </pc:sldMkLst>
        <pc:spChg chg="add del mod">
          <ac:chgData name="순렬 강" userId="5f6c605e062eabd9" providerId="LiveId" clId="{B624ECEF-70D0-415E-B6B4-881663E91F4C}" dt="2026-06-14T11:49:47.511" v="1123" actId="478"/>
          <ac:spMkLst>
            <pc:docMk/>
            <pc:sldMk cId="2051154631" sldId="380"/>
            <ac:spMk id="2" creationId="{08C8921E-3BED-40C5-9E48-F542A8618177}"/>
          </ac:spMkLst>
        </pc:spChg>
        <pc:spChg chg="add mod">
          <ac:chgData name="순렬 강" userId="5f6c605e062eabd9" providerId="LiveId" clId="{B624ECEF-70D0-415E-B6B4-881663E91F4C}" dt="2026-06-14T11:50:04.309" v="1156"/>
          <ac:spMkLst>
            <pc:docMk/>
            <pc:sldMk cId="2051154631" sldId="380"/>
            <ac:spMk id="3" creationId="{E1F48176-DF88-40C2-AA5F-EE1915A8A13F}"/>
          </ac:spMkLst>
        </pc:spChg>
      </pc:sldChg>
      <pc:sldChg chg="del">
        <pc:chgData name="순렬 강" userId="5f6c605e062eabd9" providerId="LiveId" clId="{B624ECEF-70D0-415E-B6B4-881663E91F4C}" dt="2026-06-14T11:10:17.674" v="565" actId="2696"/>
        <pc:sldMkLst>
          <pc:docMk/>
          <pc:sldMk cId="3363326167" sldId="380"/>
        </pc:sldMkLst>
      </pc:sldChg>
      <pc:sldChg chg="addSp delSp modSp new mod">
        <pc:chgData name="순렬 강" userId="5f6c605e062eabd9" providerId="LiveId" clId="{B624ECEF-70D0-415E-B6B4-881663E91F4C}" dt="2026-06-14T11:50:33.243" v="1187"/>
        <pc:sldMkLst>
          <pc:docMk/>
          <pc:sldMk cId="954755769" sldId="381"/>
        </pc:sldMkLst>
        <pc:spChg chg="add del mod">
          <ac:chgData name="순렬 강" userId="5f6c605e062eabd9" providerId="LiveId" clId="{B624ECEF-70D0-415E-B6B4-881663E91F4C}" dt="2026-06-14T11:50:14.103" v="1157" actId="478"/>
          <ac:spMkLst>
            <pc:docMk/>
            <pc:sldMk cId="954755769" sldId="381"/>
            <ac:spMk id="2" creationId="{6A288976-894D-44C7-8DF8-522647F1EF3F}"/>
          </ac:spMkLst>
        </pc:spChg>
        <pc:spChg chg="add mod">
          <ac:chgData name="순렬 강" userId="5f6c605e062eabd9" providerId="LiveId" clId="{B624ECEF-70D0-415E-B6B4-881663E91F4C}" dt="2026-06-14T11:50:33.243" v="1187"/>
          <ac:spMkLst>
            <pc:docMk/>
            <pc:sldMk cId="954755769" sldId="381"/>
            <ac:spMk id="3" creationId="{D2AE88CE-F1AE-47A6-8D29-7E48AE93AF8C}"/>
          </ac:spMkLst>
        </pc:spChg>
      </pc:sldChg>
      <pc:sldChg chg="del">
        <pc:chgData name="순렬 강" userId="5f6c605e062eabd9" providerId="LiveId" clId="{B624ECEF-70D0-415E-B6B4-881663E91F4C}" dt="2026-06-14T11:18:42.372" v="624" actId="2696"/>
        <pc:sldMkLst>
          <pc:docMk/>
          <pc:sldMk cId="1337654058" sldId="381"/>
        </pc:sldMkLst>
      </pc:sldChg>
      <pc:sldChg chg="new del mod modClrScheme chgLayout">
        <pc:chgData name="순렬 강" userId="5f6c605e062eabd9" providerId="LiveId" clId="{B624ECEF-70D0-415E-B6B4-881663E91F4C}" dt="2026-06-14T11:04:46.933" v="533" actId="2696"/>
        <pc:sldMkLst>
          <pc:docMk/>
          <pc:sldMk cId="68832330" sldId="382"/>
        </pc:sldMkLst>
      </pc:sldChg>
      <pc:sldChg chg="addSp delSp modSp new mod">
        <pc:chgData name="순렬 강" userId="5f6c605e062eabd9" providerId="LiveId" clId="{B624ECEF-70D0-415E-B6B4-881663E91F4C}" dt="2026-06-14T11:51:32.308" v="1265"/>
        <pc:sldMkLst>
          <pc:docMk/>
          <pc:sldMk cId="194422351" sldId="382"/>
        </pc:sldMkLst>
        <pc:spChg chg="add del mod">
          <ac:chgData name="순렬 강" userId="5f6c605e062eabd9" providerId="LiveId" clId="{B624ECEF-70D0-415E-B6B4-881663E91F4C}" dt="2026-06-14T11:51:11.781" v="1219" actId="478"/>
          <ac:spMkLst>
            <pc:docMk/>
            <pc:sldMk cId="194422351" sldId="382"/>
            <ac:spMk id="2" creationId="{2B13ADE6-A4BD-44E2-837F-B33B1291A7F0}"/>
          </ac:spMkLst>
        </pc:spChg>
        <pc:spChg chg="add mod">
          <ac:chgData name="순렬 강" userId="5f6c605e062eabd9" providerId="LiveId" clId="{B624ECEF-70D0-415E-B6B4-881663E91F4C}" dt="2026-06-14T11:51:32.308" v="1265"/>
          <ac:spMkLst>
            <pc:docMk/>
            <pc:sldMk cId="194422351" sldId="382"/>
            <ac:spMk id="3" creationId="{3CE0EB5E-EEDC-4FE2-9B82-6D9D7D21A010}"/>
          </ac:spMkLst>
        </pc:spChg>
      </pc:sldChg>
      <pc:sldChg chg="addSp modSp new del">
        <pc:chgData name="순렬 강" userId="5f6c605e062eabd9" providerId="LiveId" clId="{B624ECEF-70D0-415E-B6B4-881663E91F4C}" dt="2026-06-14T11:07:17.480" v="558" actId="47"/>
        <pc:sldMkLst>
          <pc:docMk/>
          <pc:sldMk cId="2714079949" sldId="382"/>
        </pc:sldMkLst>
        <pc:spChg chg="add mod">
          <ac:chgData name="순렬 강" userId="5f6c605e062eabd9" providerId="LiveId" clId="{B624ECEF-70D0-415E-B6B4-881663E91F4C}" dt="2026-06-14T11:06:40.537" v="544"/>
          <ac:spMkLst>
            <pc:docMk/>
            <pc:sldMk cId="2714079949" sldId="382"/>
            <ac:spMk id="2" creationId="{D4813DA8-8F9B-4CB9-B8B3-224570618EA9}"/>
          </ac:spMkLst>
        </pc:spChg>
        <pc:spChg chg="add mod">
          <ac:chgData name="순렬 강" userId="5f6c605e062eabd9" providerId="LiveId" clId="{B624ECEF-70D0-415E-B6B4-881663E91F4C}" dt="2026-06-14T11:06:57.791" v="545"/>
          <ac:spMkLst>
            <pc:docMk/>
            <pc:sldMk cId="2714079949" sldId="382"/>
            <ac:spMk id="3" creationId="{4136E63B-B1B0-4813-9C80-29D2712F925C}"/>
          </ac:spMkLst>
        </pc:spChg>
      </pc:sldChg>
      <pc:sldChg chg="addSp modSp new mod">
        <pc:chgData name="순렬 강" userId="5f6c605e062eabd9" providerId="LiveId" clId="{B624ECEF-70D0-415E-B6B4-881663E91F4C}" dt="2026-06-14T11:46:00.654" v="981"/>
        <pc:sldMkLst>
          <pc:docMk/>
          <pc:sldMk cId="1919484518" sldId="383"/>
        </pc:sldMkLst>
        <pc:spChg chg="add mod">
          <ac:chgData name="순렬 강" userId="5f6c605e062eabd9" providerId="LiveId" clId="{B624ECEF-70D0-415E-B6B4-881663E91F4C}" dt="2026-06-14T11:46:00.654" v="981"/>
          <ac:spMkLst>
            <pc:docMk/>
            <pc:sldMk cId="1919484518" sldId="383"/>
            <ac:spMk id="2" creationId="{452F00BE-E558-4ADB-B35C-3116A73845C2}"/>
          </ac:spMkLst>
        </pc:spChg>
      </pc:sldChg>
      <pc:sldChg chg="new del">
        <pc:chgData name="순렬 강" userId="5f6c605e062eabd9" providerId="LiveId" clId="{B624ECEF-70D0-415E-B6B4-881663E91F4C}" dt="2026-06-14T12:18:10.733" v="1593" actId="2696"/>
        <pc:sldMkLst>
          <pc:docMk/>
          <pc:sldMk cId="249323067" sldId="384"/>
        </pc:sldMkLst>
      </pc:sldChg>
      <pc:sldChg chg="modSp add mod">
        <pc:chgData name="순렬 강" userId="5f6c605e062eabd9" providerId="LiveId" clId="{B624ECEF-70D0-415E-B6B4-881663E91F4C}" dt="2026-06-14T11:48:12.613" v="1070"/>
        <pc:sldMkLst>
          <pc:docMk/>
          <pc:sldMk cId="1583513412" sldId="385"/>
        </pc:sldMkLst>
        <pc:spChg chg="mod">
          <ac:chgData name="순렬 강" userId="5f6c605e062eabd9" providerId="LiveId" clId="{B624ECEF-70D0-415E-B6B4-881663E91F4C}" dt="2026-06-14T11:48:12.613" v="1070"/>
          <ac:spMkLst>
            <pc:docMk/>
            <pc:sldMk cId="1583513412" sldId="385"/>
            <ac:spMk id="2" creationId="{9EC57E69-444E-4ABF-B9F0-694BBC7736EA}"/>
          </ac:spMkLst>
        </pc:spChg>
      </pc:sldChg>
      <pc:sldChg chg="modSp add mod">
        <pc:chgData name="순렬 강" userId="5f6c605e062eabd9" providerId="LiveId" clId="{B624ECEF-70D0-415E-B6B4-881663E91F4C}" dt="2026-06-14T11:49:05.733" v="1116"/>
        <pc:sldMkLst>
          <pc:docMk/>
          <pc:sldMk cId="3586008994" sldId="386"/>
        </pc:sldMkLst>
        <pc:spChg chg="mod">
          <ac:chgData name="순렬 강" userId="5f6c605e062eabd9" providerId="LiveId" clId="{B624ECEF-70D0-415E-B6B4-881663E91F4C}" dt="2026-06-14T11:49:05.733" v="1116"/>
          <ac:spMkLst>
            <pc:docMk/>
            <pc:sldMk cId="3586008994" sldId="386"/>
            <ac:spMk id="2" creationId="{9EC57E69-444E-4ABF-B9F0-694BBC7736EA}"/>
          </ac:spMkLst>
        </pc:spChg>
      </pc:sldChg>
      <pc:sldChg chg="addSp modSp new mod">
        <pc:chgData name="순렬 강" userId="5f6c605e062eabd9" providerId="LiveId" clId="{B624ECEF-70D0-415E-B6B4-881663E91F4C}" dt="2026-06-14T11:49:25.276" v="1122" actId="20577"/>
        <pc:sldMkLst>
          <pc:docMk/>
          <pc:sldMk cId="786025297" sldId="387"/>
        </pc:sldMkLst>
        <pc:spChg chg="add mod">
          <ac:chgData name="순렬 강" userId="5f6c605e062eabd9" providerId="LiveId" clId="{B624ECEF-70D0-415E-B6B4-881663E91F4C}" dt="2026-06-14T11:49:25.276" v="1122" actId="20577"/>
          <ac:spMkLst>
            <pc:docMk/>
            <pc:sldMk cId="786025297" sldId="387"/>
            <ac:spMk id="2" creationId="{D68C76AD-0B6E-432D-9EB3-BBBF7CDC93B8}"/>
          </ac:spMkLst>
        </pc:spChg>
      </pc:sldChg>
      <pc:sldChg chg="addSp modSp new mod">
        <pc:chgData name="순렬 강" userId="5f6c605e062eabd9" providerId="LiveId" clId="{B624ECEF-70D0-415E-B6B4-881663E91F4C}" dt="2026-06-14T11:50:59.114" v="1218"/>
        <pc:sldMkLst>
          <pc:docMk/>
          <pc:sldMk cId="2536118005" sldId="388"/>
        </pc:sldMkLst>
        <pc:spChg chg="add mod">
          <ac:chgData name="순렬 강" userId="5f6c605e062eabd9" providerId="LiveId" clId="{B624ECEF-70D0-415E-B6B4-881663E91F4C}" dt="2026-06-14T11:50:59.114" v="1218"/>
          <ac:spMkLst>
            <pc:docMk/>
            <pc:sldMk cId="2536118005" sldId="388"/>
            <ac:spMk id="2" creationId="{107BAED3-C299-4302-8811-CA565DBC432F}"/>
          </ac:spMkLst>
        </pc:spChg>
      </pc:sldChg>
      <pc:sldChg chg="addSp modSp new mod modClrScheme chgLayout">
        <pc:chgData name="순렬 강" userId="5f6c605e062eabd9" providerId="LiveId" clId="{B624ECEF-70D0-415E-B6B4-881663E91F4C}" dt="2026-06-16T07:08:23.963" v="2961" actId="20577"/>
        <pc:sldMkLst>
          <pc:docMk/>
          <pc:sldMk cId="99161745" sldId="389"/>
        </pc:sldMkLst>
        <pc:spChg chg="add mod">
          <ac:chgData name="순렬 강" userId="5f6c605e062eabd9" providerId="LiveId" clId="{B624ECEF-70D0-415E-B6B4-881663E91F4C}" dt="2026-06-16T07:08:23.963" v="2961" actId="20577"/>
          <ac:spMkLst>
            <pc:docMk/>
            <pc:sldMk cId="99161745" sldId="389"/>
            <ac:spMk id="2" creationId="{9A6222F7-65F6-4ED7-B39F-242356F4E6C2}"/>
          </ac:spMkLst>
        </pc:spChg>
      </pc:sldChg>
      <pc:sldChg chg="new del">
        <pc:chgData name="순렬 강" userId="5f6c605e062eabd9" providerId="LiveId" clId="{B624ECEF-70D0-415E-B6B4-881663E91F4C}" dt="2026-06-16T07:41:21.359" v="4415" actId="2696"/>
        <pc:sldMkLst>
          <pc:docMk/>
          <pc:sldMk cId="981481394" sldId="390"/>
        </pc:sldMkLst>
      </pc:sldChg>
      <pc:sldMasterChg chg="addSp delSp modSp mod modSldLayout">
        <pc:chgData name="순렬 강" userId="5f6c605e062eabd9" providerId="LiveId" clId="{B624ECEF-70D0-415E-B6B4-881663E91F4C}" dt="2026-06-14T12:26:11.410" v="1639"/>
        <pc:sldMasterMkLst>
          <pc:docMk/>
          <pc:sldMasterMk cId="0" sldId="2147483648"/>
        </pc:sldMasterMkLst>
        <pc:spChg chg="add mod">
          <ac:chgData name="순렬 강" userId="5f6c605e062eabd9" providerId="LiveId" clId="{B624ECEF-70D0-415E-B6B4-881663E91F4C}" dt="2026-06-14T12:00:09.608" v="1335" actId="6549"/>
          <ac:spMkLst>
            <pc:docMk/>
            <pc:sldMasterMk cId="0" sldId="2147483648"/>
            <ac:spMk id="11" creationId="{CB17E40A-6231-4F6C-9CBF-F8C48A261A4A}"/>
          </ac:spMkLst>
        </pc:spChg>
        <pc:spChg chg="add del mod">
          <ac:chgData name="순렬 강" userId="5f6c605e062eabd9" providerId="LiveId" clId="{B624ECEF-70D0-415E-B6B4-881663E91F4C}" dt="2026-06-14T11:33:53.522" v="814" actId="478"/>
          <ac:spMkLst>
            <pc:docMk/>
            <pc:sldMasterMk cId="0" sldId="2147483648"/>
            <ac:spMk id="12" creationId="{423CE35F-5716-4E88-921F-DF0D989A60DD}"/>
          </ac:spMkLst>
        </pc:spChg>
        <pc:spChg chg="add del mod">
          <ac:chgData name="순렬 강" userId="5f6c605e062eabd9" providerId="LiveId" clId="{B624ECEF-70D0-415E-B6B4-881663E91F4C}" dt="2026-06-14T11:58:34.742" v="1302" actId="21"/>
          <ac:spMkLst>
            <pc:docMk/>
            <pc:sldMasterMk cId="0" sldId="2147483648"/>
            <ac:spMk id="12" creationId="{6AD6BEED-9482-4CAA-8EAB-75BD7926D0D8}"/>
          </ac:spMkLst>
        </pc:spChg>
        <pc:spChg chg="add del mod">
          <ac:chgData name="순렬 강" userId="5f6c605e062eabd9" providerId="LiveId" clId="{B624ECEF-70D0-415E-B6B4-881663E91F4C}" dt="2026-06-14T11:36:58.533" v="827" actId="478"/>
          <ac:spMkLst>
            <pc:docMk/>
            <pc:sldMasterMk cId="0" sldId="2147483648"/>
            <ac:spMk id="14" creationId="{C0060975-5005-4ECA-A361-6694C8833B9D}"/>
          </ac:spMkLst>
        </pc:spChg>
        <pc:spChg chg="add mod">
          <ac:chgData name="순렬 강" userId="5f6c605e062eabd9" providerId="LiveId" clId="{B624ECEF-70D0-415E-B6B4-881663E91F4C}" dt="2026-06-14T12:25:13.778" v="1632"/>
          <ac:spMkLst>
            <pc:docMk/>
            <pc:sldMasterMk cId="0" sldId="2147483648"/>
            <ac:spMk id="14" creationId="{CDDD78A4-9D45-4EEF-9084-D1B25E865DE3}"/>
          </ac:spMkLst>
        </pc:spChg>
        <pc:sldLayoutChg chg="addSp delSp modSp mod">
          <pc:chgData name="순렬 강" userId="5f6c605e062eabd9" providerId="LiveId" clId="{B624ECEF-70D0-415E-B6B4-881663E91F4C}" dt="2026-06-14T12:25:17.983" v="1633" actId="478"/>
          <pc:sldLayoutMkLst>
            <pc:docMk/>
            <pc:sldMasterMk cId="0" sldId="2147483648"/>
            <pc:sldLayoutMk cId="0" sldId="2147484034"/>
          </pc:sldLayoutMkLst>
          <pc:spChg chg="add mod">
            <ac:chgData name="순렬 강" userId="5f6c605e062eabd9" providerId="LiveId" clId="{B624ECEF-70D0-415E-B6B4-881663E91F4C}" dt="2026-06-14T12:02:12.972" v="1453" actId="1037"/>
            <ac:spMkLst>
              <pc:docMk/>
              <pc:sldMasterMk cId="0" sldId="2147483648"/>
              <pc:sldLayoutMk cId="0" sldId="2147484034"/>
              <ac:spMk id="2" creationId="{1003200E-ACAD-443B-8D58-02BB462A3CD6}"/>
            </ac:spMkLst>
          </pc:spChg>
          <pc:spChg chg="add del mod">
            <ac:chgData name="순렬 강" userId="5f6c605e062eabd9" providerId="LiveId" clId="{B624ECEF-70D0-415E-B6B4-881663E91F4C}" dt="2026-06-14T11:37:18.346" v="829" actId="478"/>
            <ac:spMkLst>
              <pc:docMk/>
              <pc:sldMasterMk cId="0" sldId="2147483648"/>
              <pc:sldLayoutMk cId="0" sldId="2147484034"/>
              <ac:spMk id="3" creationId="{515CFAC8-C715-4594-9EA6-DDC05F414BAA}"/>
            </ac:spMkLst>
          </pc:spChg>
          <pc:spChg chg="add del mod">
            <ac:chgData name="순렬 강" userId="5f6c605e062eabd9" providerId="LiveId" clId="{B624ECEF-70D0-415E-B6B4-881663E91F4C}" dt="2026-06-14T12:25:17.983" v="1633" actId="478"/>
            <ac:spMkLst>
              <pc:docMk/>
              <pc:sldMasterMk cId="0" sldId="2147483648"/>
              <pc:sldLayoutMk cId="0" sldId="2147484034"/>
              <ac:spMk id="3" creationId="{742C3EF4-853A-4F18-8DC9-B96435D9B989}"/>
            </ac:spMkLst>
          </pc:spChg>
          <pc:spChg chg="del">
            <ac:chgData name="순렬 강" userId="5f6c605e062eabd9" providerId="LiveId" clId="{B624ECEF-70D0-415E-B6B4-881663E91F4C}" dt="2026-06-14T10:27:45.332" v="77" actId="478"/>
            <ac:spMkLst>
              <pc:docMk/>
              <pc:sldMasterMk cId="0" sldId="2147483648"/>
              <pc:sldLayoutMk cId="0" sldId="2147484034"/>
              <ac:spMk id="4" creationId="{00000000-0000-0000-0000-000000000000}"/>
            </ac:spMkLst>
          </pc:spChg>
          <pc:grpChg chg="del">
            <ac:chgData name="순렬 강" userId="5f6c605e062eabd9" providerId="LiveId" clId="{B624ECEF-70D0-415E-B6B4-881663E91F4C}" dt="2026-06-14T10:27:45.332" v="77" actId="478"/>
            <ac:grpSpMkLst>
              <pc:docMk/>
              <pc:sldMasterMk cId="0" sldId="2147483648"/>
              <pc:sldLayoutMk cId="0" sldId="2147484034"/>
              <ac:grpSpMk id="7" creationId="{00000000-0000-0000-0000-000000000000}"/>
            </ac:grpSpMkLst>
          </pc:grpChg>
        </pc:sldLayoutChg>
        <pc:sldLayoutChg chg="addSp delSp modSp mod">
          <pc:chgData name="순렬 강" userId="5f6c605e062eabd9" providerId="LiveId" clId="{B624ECEF-70D0-415E-B6B4-881663E91F4C}" dt="2026-06-14T12:25:24.363" v="1634" actId="478"/>
          <pc:sldLayoutMkLst>
            <pc:docMk/>
            <pc:sldMasterMk cId="0" sldId="2147483648"/>
            <pc:sldLayoutMk cId="0" sldId="2147484039"/>
          </pc:sldLayoutMkLst>
          <pc:spChg chg="add mod">
            <ac:chgData name="순렬 강" userId="5f6c605e062eabd9" providerId="LiveId" clId="{B624ECEF-70D0-415E-B6B4-881663E91F4C}" dt="2026-06-14T11:59:45.236" v="1311"/>
            <ac:spMkLst>
              <pc:docMk/>
              <pc:sldMasterMk cId="0" sldId="2147483648"/>
              <pc:sldLayoutMk cId="0" sldId="2147484039"/>
              <ac:spMk id="10" creationId="{E8D32C5B-FB44-43D9-9A13-F8AFEA1C8470}"/>
            </ac:spMkLst>
          </pc:spChg>
          <pc:spChg chg="add del mod">
            <ac:chgData name="순렬 강" userId="5f6c605e062eabd9" providerId="LiveId" clId="{B624ECEF-70D0-415E-B6B4-881663E91F4C}" dt="2026-06-14T12:25:24.363" v="1634" actId="478"/>
            <ac:spMkLst>
              <pc:docMk/>
              <pc:sldMasterMk cId="0" sldId="2147483648"/>
              <pc:sldLayoutMk cId="0" sldId="2147484039"/>
              <ac:spMk id="13" creationId="{C738D0A5-C197-4CBE-B8DB-9C5C0A515781}"/>
            </ac:spMkLst>
          </pc:spChg>
          <pc:spChg chg="mod">
            <ac:chgData name="순렬 강" userId="5f6c605e062eabd9" providerId="LiveId" clId="{B624ECEF-70D0-415E-B6B4-881663E91F4C}" dt="2026-06-14T10:29:53.975" v="191" actId="20577"/>
            <ac:spMkLst>
              <pc:docMk/>
              <pc:sldMasterMk cId="0" sldId="2147483648"/>
              <pc:sldLayoutMk cId="0" sldId="2147484039"/>
              <ac:spMk id="14" creationId="{00000000-0000-0000-0000-000000000000}"/>
            </ac:spMkLst>
          </pc:spChg>
        </pc:sldLayoutChg>
        <pc:sldLayoutChg chg="addSp delSp modSp mod">
          <pc:chgData name="순렬 강" userId="5f6c605e062eabd9" providerId="LiveId" clId="{B624ECEF-70D0-415E-B6B4-881663E91F4C}" dt="2026-06-14T12:25:29.308" v="1635" actId="478"/>
          <pc:sldLayoutMkLst>
            <pc:docMk/>
            <pc:sldMasterMk cId="0" sldId="2147483648"/>
            <pc:sldLayoutMk cId="0" sldId="2147484040"/>
          </pc:sldLayoutMkLst>
          <pc:spChg chg="del">
            <ac:chgData name="순렬 강" userId="5f6c605e062eabd9" providerId="LiveId" clId="{B624ECEF-70D0-415E-B6B4-881663E91F4C}" dt="2026-06-14T10:30:08.855" v="192" actId="478"/>
            <ac:spMkLst>
              <pc:docMk/>
              <pc:sldMasterMk cId="0" sldId="2147483648"/>
              <pc:sldLayoutMk cId="0" sldId="2147484040"/>
              <ac:spMk id="9" creationId="{00000000-0000-0000-0000-000000000000}"/>
            </ac:spMkLst>
          </pc:spChg>
          <pc:spChg chg="add mod">
            <ac:chgData name="순렬 강" userId="5f6c605e062eabd9" providerId="LiveId" clId="{B624ECEF-70D0-415E-B6B4-881663E91F4C}" dt="2026-06-14T11:59:49.884" v="1312"/>
            <ac:spMkLst>
              <pc:docMk/>
              <pc:sldMasterMk cId="0" sldId="2147483648"/>
              <pc:sldLayoutMk cId="0" sldId="2147484040"/>
              <ac:spMk id="9" creationId="{96EE6C5D-8A22-4B18-8461-C59347D69DE4}"/>
            </ac:spMkLst>
          </pc:spChg>
          <pc:spChg chg="add mod">
            <ac:chgData name="순렬 강" userId="5f6c605e062eabd9" providerId="LiveId" clId="{B624ECEF-70D0-415E-B6B4-881663E91F4C}" dt="2026-06-14T10:30:09.315" v="193"/>
            <ac:spMkLst>
              <pc:docMk/>
              <pc:sldMasterMk cId="0" sldId="2147483648"/>
              <pc:sldLayoutMk cId="0" sldId="2147484040"/>
              <ac:spMk id="11" creationId="{43942BAE-1DA3-43E5-A127-F8B83164053D}"/>
            </ac:spMkLst>
          </pc:spChg>
          <pc:spChg chg="add del mod">
            <ac:chgData name="순렬 강" userId="5f6c605e062eabd9" providerId="LiveId" clId="{B624ECEF-70D0-415E-B6B4-881663E91F4C}" dt="2026-06-14T12:25:29.308" v="1635" actId="478"/>
            <ac:spMkLst>
              <pc:docMk/>
              <pc:sldMasterMk cId="0" sldId="2147483648"/>
              <pc:sldLayoutMk cId="0" sldId="2147484040"/>
              <ac:spMk id="12" creationId="{A454C22B-6110-4C00-9D7C-971FF8B56355}"/>
            </ac:spMkLst>
          </pc:spChg>
        </pc:sldLayoutChg>
        <pc:sldLayoutChg chg="addSp delSp modSp mod">
          <pc:chgData name="순렬 강" userId="5f6c605e062eabd9" providerId="LiveId" clId="{B624ECEF-70D0-415E-B6B4-881663E91F4C}" dt="2026-06-14T12:26:08.015" v="1638"/>
          <pc:sldLayoutMkLst>
            <pc:docMk/>
            <pc:sldMasterMk cId="0" sldId="2147483648"/>
            <pc:sldLayoutMk cId="0" sldId="2147484057"/>
          </pc:sldLayoutMkLst>
          <pc:spChg chg="add del mod">
            <ac:chgData name="순렬 강" userId="5f6c605e062eabd9" providerId="LiveId" clId="{B624ECEF-70D0-415E-B6B4-881663E91F4C}" dt="2026-06-14T12:25:37.884" v="1636" actId="478"/>
            <ac:spMkLst>
              <pc:docMk/>
              <pc:sldMasterMk cId="0" sldId="2147483648"/>
              <pc:sldLayoutMk cId="0" sldId="2147484057"/>
              <ac:spMk id="3" creationId="{34BADE79-D31E-47EE-A304-3D3332C53124}"/>
            </ac:spMkLst>
          </pc:spChg>
          <pc:spChg chg="add mod">
            <ac:chgData name="순렬 강" userId="5f6c605e062eabd9" providerId="LiveId" clId="{B624ECEF-70D0-415E-B6B4-881663E91F4C}" dt="2026-06-14T12:26:08.015" v="1638"/>
            <ac:spMkLst>
              <pc:docMk/>
              <pc:sldMasterMk cId="0" sldId="2147483648"/>
              <pc:sldLayoutMk cId="0" sldId="2147484057"/>
              <ac:spMk id="4" creationId="{000556D8-06A5-4C39-B5DB-768C7CFA2AE9}"/>
            </ac:spMkLst>
          </pc:spChg>
        </pc:sldLayoutChg>
        <pc:sldLayoutChg chg="addSp delSp modSp mod">
          <pc:chgData name="순렬 강" userId="5f6c605e062eabd9" providerId="LiveId" clId="{B624ECEF-70D0-415E-B6B4-881663E91F4C}" dt="2026-06-14T12:26:11.410" v="1639"/>
          <pc:sldLayoutMkLst>
            <pc:docMk/>
            <pc:sldMasterMk cId="0" sldId="2147483648"/>
            <pc:sldLayoutMk cId="0" sldId="2147484058"/>
          </pc:sldLayoutMkLst>
          <pc:spChg chg="del">
            <ac:chgData name="순렬 강" userId="5f6c605e062eabd9" providerId="LiveId" clId="{B624ECEF-70D0-415E-B6B4-881663E91F4C}" dt="2026-06-14T12:25:44.134" v="1637" actId="478"/>
            <ac:spMkLst>
              <pc:docMk/>
              <pc:sldMasterMk cId="0" sldId="2147483648"/>
              <pc:sldLayoutMk cId="0" sldId="2147484058"/>
              <ac:spMk id="2" creationId="{00000000-0000-0000-0000-000000000000}"/>
            </ac:spMkLst>
          </pc:spChg>
          <pc:spChg chg="del">
            <ac:chgData name="순렬 강" userId="5f6c605e062eabd9" providerId="LiveId" clId="{B624ECEF-70D0-415E-B6B4-881663E91F4C}" dt="2026-06-14T10:31:18.675" v="198" actId="478"/>
            <ac:spMkLst>
              <pc:docMk/>
              <pc:sldMasterMk cId="0" sldId="2147483648"/>
              <pc:sldLayoutMk cId="0" sldId="2147484058"/>
              <ac:spMk id="3" creationId="{00000000-0000-0000-0000-000000000000}"/>
            </ac:spMkLst>
          </pc:spChg>
          <pc:spChg chg="mod">
            <ac:chgData name="순렬 강" userId="5f6c605e062eabd9" providerId="LiveId" clId="{B624ECEF-70D0-415E-B6B4-881663E91F4C}" dt="2026-06-14T10:30:36.817" v="194" actId="6549"/>
            <ac:spMkLst>
              <pc:docMk/>
              <pc:sldMasterMk cId="0" sldId="2147483648"/>
              <pc:sldLayoutMk cId="0" sldId="2147484058"/>
              <ac:spMk id="4" creationId="{00000000-0000-0000-0000-000000000000}"/>
            </ac:spMkLst>
          </pc:spChg>
          <pc:spChg chg="add mod">
            <ac:chgData name="순렬 강" userId="5f6c605e062eabd9" providerId="LiveId" clId="{B624ECEF-70D0-415E-B6B4-881663E91F4C}" dt="2026-06-14T12:26:11.410" v="1639"/>
            <ac:spMkLst>
              <pc:docMk/>
              <pc:sldMasterMk cId="0" sldId="2147483648"/>
              <pc:sldLayoutMk cId="0" sldId="2147484058"/>
              <ac:spMk id="5" creationId="{E4876FAC-C6BA-44F8-BE1F-E7A64DEA00E5}"/>
            </ac:spMkLst>
          </pc:spChg>
          <pc:spChg chg="del">
            <ac:chgData name="순렬 강" userId="5f6c605e062eabd9" providerId="LiveId" clId="{B624ECEF-70D0-415E-B6B4-881663E91F4C}" dt="2026-06-14T10:30:40.241" v="195" actId="478"/>
            <ac:spMkLst>
              <pc:docMk/>
              <pc:sldMasterMk cId="0" sldId="2147483648"/>
              <pc:sldLayoutMk cId="0" sldId="2147484058"/>
              <ac:spMk id="6" creationId="{00000000-0000-0000-0000-000000000000}"/>
            </ac:spMkLst>
          </pc:spChg>
          <pc:picChg chg="del">
            <ac:chgData name="순렬 강" userId="5f6c605e062eabd9" providerId="LiveId" clId="{B624ECEF-70D0-415E-B6B4-881663E91F4C}" dt="2026-06-14T10:30:43.148" v="196" actId="478"/>
            <ac:picMkLst>
              <pc:docMk/>
              <pc:sldMasterMk cId="0" sldId="2147483648"/>
              <pc:sldLayoutMk cId="0" sldId="2147484058"/>
              <ac:picMk id="11" creationId="{00000000-0000-0000-0000-000000000000}"/>
            </ac:picMkLst>
          </pc:picChg>
        </pc:sldLayoutChg>
      </pc:sldMasterChg>
      <pc:sldMasterChg chg="addSp delSp modSp mod">
        <pc:chgData name="순렬 강" userId="5f6c605e062eabd9" providerId="LiveId" clId="{B624ECEF-70D0-415E-B6B4-881663E91F4C}" dt="2026-06-14T12:05:33.008" v="1465"/>
        <pc:sldMasterMkLst>
          <pc:docMk/>
          <pc:sldMasterMk cId="0" sldId="2147484035"/>
        </pc:sldMasterMkLst>
        <pc:spChg chg="add mod">
          <ac:chgData name="순렬 강" userId="5f6c605e062eabd9" providerId="LiveId" clId="{B624ECEF-70D0-415E-B6B4-881663E91F4C}" dt="2026-06-14T12:00:35.485" v="1377"/>
          <ac:spMkLst>
            <pc:docMk/>
            <pc:sldMasterMk cId="0" sldId="2147484035"/>
            <ac:spMk id="15" creationId="{5D662DE3-FDE8-4828-99F4-72A46A95DB68}"/>
          </ac:spMkLst>
        </pc:spChg>
        <pc:spChg chg="add mod">
          <ac:chgData name="순렬 강" userId="5f6c605e062eabd9" providerId="LiveId" clId="{B624ECEF-70D0-415E-B6B4-881663E91F4C}" dt="2026-06-14T11:59:13.069" v="1307"/>
          <ac:spMkLst>
            <pc:docMk/>
            <pc:sldMasterMk cId="0" sldId="2147484035"/>
            <ac:spMk id="16" creationId="{B8534881-3A9A-4ECB-9CD1-D6973A2DCAED}"/>
          </ac:spMkLst>
        </pc:spChg>
        <pc:spChg chg="add mod">
          <ac:chgData name="순렬 강" userId="5f6c605e062eabd9" providerId="LiveId" clId="{B624ECEF-70D0-415E-B6B4-881663E91F4C}" dt="2026-06-14T12:05:33.008" v="1465"/>
          <ac:spMkLst>
            <pc:docMk/>
            <pc:sldMasterMk cId="0" sldId="2147484035"/>
            <ac:spMk id="19" creationId="{56388A8C-3853-4A47-A824-FC336335F0B2}"/>
          </ac:spMkLst>
        </pc:spChg>
        <pc:spChg chg="del">
          <ac:chgData name="순렬 강" userId="5f6c605e062eabd9" providerId="LiveId" clId="{B624ECEF-70D0-415E-B6B4-881663E91F4C}" dt="2026-06-14T10:32:12.917" v="202" actId="478"/>
          <ac:spMkLst>
            <pc:docMk/>
            <pc:sldMasterMk cId="0" sldId="2147484035"/>
            <ac:spMk id="20" creationId="{00000000-0000-0000-0000-000000000000}"/>
          </ac:spMkLst>
        </pc:spChg>
        <pc:spChg chg="del mod">
          <ac:chgData name="순렬 강" userId="5f6c605e062eabd9" providerId="LiveId" clId="{B624ECEF-70D0-415E-B6B4-881663E91F4C}" dt="2026-06-14T10:32:15.976" v="204" actId="478"/>
          <ac:spMkLst>
            <pc:docMk/>
            <pc:sldMasterMk cId="0" sldId="2147484035"/>
            <ac:spMk id="21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2:17.871" v="205" actId="478"/>
          <ac:picMkLst>
            <pc:docMk/>
            <pc:sldMasterMk cId="0" sldId="2147484035"/>
            <ac:picMk id="22" creationId="{00000000-0000-0000-0000-000000000000}"/>
          </ac:picMkLst>
        </pc:picChg>
      </pc:sldMasterChg>
      <pc:sldMasterChg chg="addSp delSp modSp mod">
        <pc:chgData name="순렬 강" userId="5f6c605e062eabd9" providerId="LiveId" clId="{B624ECEF-70D0-415E-B6B4-881663E91F4C}" dt="2026-06-14T12:04:36.481" v="1460"/>
        <pc:sldMasterMkLst>
          <pc:docMk/>
          <pc:sldMasterMk cId="0" sldId="2147484037"/>
        </pc:sldMasterMkLst>
        <pc:spChg chg="add mod">
          <ac:chgData name="순렬 강" userId="5f6c605e062eabd9" providerId="LiveId" clId="{B624ECEF-70D0-415E-B6B4-881663E91F4C}" dt="2026-06-14T12:00:27.086" v="1356"/>
          <ac:spMkLst>
            <pc:docMk/>
            <pc:sldMasterMk cId="0" sldId="2147484037"/>
            <ac:spMk id="15" creationId="{EF8B7E05-8CA6-4B26-8187-8DEA7994AD2B}"/>
          </ac:spMkLst>
        </pc:spChg>
        <pc:spChg chg="add mod">
          <ac:chgData name="순렬 강" userId="5f6c605e062eabd9" providerId="LiveId" clId="{B624ECEF-70D0-415E-B6B4-881663E91F4C}" dt="2026-06-14T11:59:01.940" v="1306" actId="1035"/>
          <ac:spMkLst>
            <pc:docMk/>
            <pc:sldMasterMk cId="0" sldId="2147484037"/>
            <ac:spMk id="16" creationId="{FBD123A1-CADD-4551-AE22-09B5862C974F}"/>
          </ac:spMkLst>
        </pc:spChg>
        <pc:spChg chg="del">
          <ac:chgData name="순렬 강" userId="5f6c605e062eabd9" providerId="LiveId" clId="{B624ECEF-70D0-415E-B6B4-881663E91F4C}" dt="2026-06-14T10:58:44.214" v="532" actId="478"/>
          <ac:spMkLst>
            <pc:docMk/>
            <pc:sldMasterMk cId="0" sldId="2147484037"/>
            <ac:spMk id="17" creationId="{00000000-0000-0000-0000-000000000000}"/>
          </ac:spMkLst>
        </pc:spChg>
        <pc:spChg chg="add del mod">
          <ac:chgData name="순렬 강" userId="5f6c605e062eabd9" providerId="LiveId" clId="{B624ECEF-70D0-415E-B6B4-881663E91F4C}" dt="2026-06-14T12:04:20.339" v="1459"/>
          <ac:spMkLst>
            <pc:docMk/>
            <pc:sldMasterMk cId="0" sldId="2147484037"/>
            <ac:spMk id="17" creationId="{F80014BF-E778-46B2-87C5-0FAE2318DBE2}"/>
          </ac:spMkLst>
        </pc:spChg>
        <pc:spChg chg="mod">
          <ac:chgData name="순렬 강" userId="5f6c605e062eabd9" providerId="LiveId" clId="{B624ECEF-70D0-415E-B6B4-881663E91F4C}" dt="2026-06-14T10:30:55.202" v="197" actId="6549"/>
          <ac:spMkLst>
            <pc:docMk/>
            <pc:sldMasterMk cId="0" sldId="2147484037"/>
            <ac:spMk id="18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1:50.003" v="199" actId="478"/>
          <ac:spMkLst>
            <pc:docMk/>
            <pc:sldMasterMk cId="0" sldId="2147484037"/>
            <ac:spMk id="20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04:36.481" v="1460"/>
          <ac:spMkLst>
            <pc:docMk/>
            <pc:sldMasterMk cId="0" sldId="2147484037"/>
            <ac:spMk id="20" creationId="{58D62CAE-D29F-4054-A8F8-F47396D36D1A}"/>
          </ac:spMkLst>
        </pc:spChg>
        <pc:spChg chg="del">
          <ac:chgData name="순렬 강" userId="5f6c605e062eabd9" providerId="LiveId" clId="{B624ECEF-70D0-415E-B6B4-881663E91F4C}" dt="2026-06-14T10:31:51.342" v="200" actId="478"/>
          <ac:spMkLst>
            <pc:docMk/>
            <pc:sldMasterMk cId="0" sldId="2147484037"/>
            <ac:spMk id="25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1:52.642" v="201" actId="478"/>
          <ac:picMkLst>
            <pc:docMk/>
            <pc:sldMasterMk cId="0" sldId="2147484037"/>
            <ac:picMk id="21" creationId="{00000000-0000-0000-0000-000000000000}"/>
          </ac:picMkLst>
        </pc:picChg>
      </pc:sldMasterChg>
      <pc:sldMasterChg chg="addSp delSp modSp mod">
        <pc:chgData name="순렬 강" userId="5f6c605e062eabd9" providerId="LiveId" clId="{B624ECEF-70D0-415E-B6B4-881663E91F4C}" dt="2026-06-14T12:13:16.020" v="1507"/>
        <pc:sldMasterMkLst>
          <pc:docMk/>
          <pc:sldMasterMk cId="0" sldId="2147484041"/>
        </pc:sldMasterMkLst>
        <pc:spChg chg="add mod">
          <ac:chgData name="순렬 강" userId="5f6c605e062eabd9" providerId="LiveId" clId="{B624ECEF-70D0-415E-B6B4-881663E91F4C}" dt="2026-06-14T12:00:42.183" v="1397" actId="20577"/>
          <ac:spMkLst>
            <pc:docMk/>
            <pc:sldMasterMk cId="0" sldId="2147484041"/>
            <ac:spMk id="16" creationId="{424007E0-1417-4BB0-8460-30D38C838C33}"/>
          </ac:spMkLst>
        </pc:spChg>
        <pc:spChg chg="add mod">
          <ac:chgData name="순렬 강" userId="5f6c605e062eabd9" providerId="LiveId" clId="{B624ECEF-70D0-415E-B6B4-881663E91F4C}" dt="2026-06-14T11:59:16.392" v="1308"/>
          <ac:spMkLst>
            <pc:docMk/>
            <pc:sldMasterMk cId="0" sldId="2147484041"/>
            <ac:spMk id="17" creationId="{1BFBECE8-FE10-41DB-B262-E2B7BC3E893C}"/>
          </ac:spMkLst>
        </pc:spChg>
        <pc:spChg chg="mod">
          <ac:chgData name="순렬 강" userId="5f6c605e062eabd9" providerId="LiveId" clId="{B624ECEF-70D0-415E-B6B4-881663E91F4C}" dt="2026-06-14T10:32:28.129" v="206" actId="6549"/>
          <ac:spMkLst>
            <pc:docMk/>
            <pc:sldMasterMk cId="0" sldId="2147484041"/>
            <ac:spMk id="18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13:16.020" v="1507"/>
          <ac:spMkLst>
            <pc:docMk/>
            <pc:sldMasterMk cId="0" sldId="2147484041"/>
            <ac:spMk id="20" creationId="{BCCAE711-294A-45BE-887C-EBA4DF1CC216}"/>
          </ac:spMkLst>
        </pc:spChg>
        <pc:spChg chg="del mod">
          <ac:chgData name="순렬 강" userId="5f6c605e062eabd9" providerId="LiveId" clId="{B624ECEF-70D0-415E-B6B4-881663E91F4C}" dt="2026-06-14T11:37:44.003" v="832" actId="478"/>
          <ac:spMkLst>
            <pc:docMk/>
            <pc:sldMasterMk cId="0" sldId="2147484041"/>
            <ac:spMk id="21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2:36.601" v="210" actId="478"/>
          <ac:spMkLst>
            <pc:docMk/>
            <pc:sldMasterMk cId="0" sldId="2147484041"/>
            <ac:spMk id="22" creationId="{00000000-0000-0000-0000-000000000000}"/>
          </ac:spMkLst>
        </pc:spChg>
        <pc:spChg chg="del mod">
          <ac:chgData name="순렬 강" userId="5f6c605e062eabd9" providerId="LiveId" clId="{B624ECEF-70D0-415E-B6B4-881663E91F4C}" dt="2026-06-14T10:32:32.119" v="208" actId="478"/>
          <ac:spMkLst>
            <pc:docMk/>
            <pc:sldMasterMk cId="0" sldId="2147484041"/>
            <ac:spMk id="23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2:33.591" v="209" actId="478"/>
          <ac:picMkLst>
            <pc:docMk/>
            <pc:sldMasterMk cId="0" sldId="2147484041"/>
            <ac:picMk id="17" creationId="{00000000-0000-0000-0000-000000000000}"/>
          </ac:picMkLst>
        </pc:picChg>
      </pc:sldMasterChg>
      <pc:sldMasterChg chg="addSp delSp modSp mod">
        <pc:chgData name="순렬 강" userId="5f6c605e062eabd9" providerId="LiveId" clId="{B624ECEF-70D0-415E-B6B4-881663E91F4C}" dt="2026-06-14T12:14:18.781" v="1539" actId="20577"/>
        <pc:sldMasterMkLst>
          <pc:docMk/>
          <pc:sldMasterMk cId="0" sldId="2147484053"/>
        </pc:sldMasterMkLst>
        <pc:spChg chg="add mod">
          <ac:chgData name="순렬 강" userId="5f6c605e062eabd9" providerId="LiveId" clId="{B624ECEF-70D0-415E-B6B4-881663E91F4C}" dt="2026-06-14T12:00:55.217" v="1418"/>
          <ac:spMkLst>
            <pc:docMk/>
            <pc:sldMasterMk cId="0" sldId="2147484053"/>
            <ac:spMk id="16" creationId="{484E5F0C-F687-4B61-81AC-FACC38E8CDC1}"/>
          </ac:spMkLst>
        </pc:spChg>
        <pc:spChg chg="add mod">
          <ac:chgData name="순렬 강" userId="5f6c605e062eabd9" providerId="LiveId" clId="{B624ECEF-70D0-415E-B6B4-881663E91F4C}" dt="2026-06-14T11:59:19.521" v="1309"/>
          <ac:spMkLst>
            <pc:docMk/>
            <pc:sldMasterMk cId="0" sldId="2147484053"/>
            <ac:spMk id="17" creationId="{4605828C-1D6B-47D5-82FF-FF6AB49BEFCF}"/>
          </ac:spMkLst>
        </pc:spChg>
        <pc:spChg chg="mod">
          <ac:chgData name="순렬 강" userId="5f6c605e062eabd9" providerId="LiveId" clId="{B624ECEF-70D0-415E-B6B4-881663E91F4C}" dt="2026-06-14T11:29:46.479" v="741" actId="20577"/>
          <ac:spMkLst>
            <pc:docMk/>
            <pc:sldMasterMk cId="0" sldId="2147484053"/>
            <ac:spMk id="18" creationId="{00000000-0000-0000-0000-000000000000}"/>
          </ac:spMkLst>
        </pc:spChg>
        <pc:spChg chg="add">
          <ac:chgData name="순렬 강" userId="5f6c605e062eabd9" providerId="LiveId" clId="{B624ECEF-70D0-415E-B6B4-881663E91F4C}" dt="2026-06-14T12:13:22.619" v="1508" actId="22"/>
          <ac:spMkLst>
            <pc:docMk/>
            <pc:sldMasterMk cId="0" sldId="2147484053"/>
            <ac:spMk id="20" creationId="{D7BDFDD6-C9E5-4F15-9C20-E0488099AF58}"/>
          </ac:spMkLst>
        </pc:spChg>
        <pc:spChg chg="del">
          <ac:chgData name="순렬 강" userId="5f6c605e062eabd9" providerId="LiveId" clId="{B624ECEF-70D0-415E-B6B4-881663E91F4C}" dt="2026-06-14T11:29:41.486" v="729" actId="478"/>
          <ac:spMkLst>
            <pc:docMk/>
            <pc:sldMasterMk cId="0" sldId="2147484053"/>
            <ac:spMk id="21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14:18.781" v="1539" actId="20577"/>
          <ac:spMkLst>
            <pc:docMk/>
            <pc:sldMasterMk cId="0" sldId="2147484053"/>
            <ac:spMk id="21" creationId="{971AFC9B-2F49-4531-B4EB-71A45145B54C}"/>
          </ac:spMkLst>
        </pc:spChg>
        <pc:spChg chg="del">
          <ac:chgData name="순렬 강" userId="5f6c605e062eabd9" providerId="LiveId" clId="{B624ECEF-70D0-415E-B6B4-881663E91F4C}" dt="2026-06-14T10:32:59.147" v="211" actId="478"/>
          <ac:spMkLst>
            <pc:docMk/>
            <pc:sldMasterMk cId="0" sldId="2147484053"/>
            <ac:spMk id="22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3:00.499" v="212" actId="478"/>
          <ac:spMkLst>
            <pc:docMk/>
            <pc:sldMasterMk cId="0" sldId="2147484053"/>
            <ac:spMk id="23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3:01.936" v="213" actId="478"/>
          <ac:picMkLst>
            <pc:docMk/>
            <pc:sldMasterMk cId="0" sldId="2147484053"/>
            <ac:picMk id="17" creationId="{00000000-0000-0000-0000-000000000000}"/>
          </ac:picMkLst>
        </pc:picChg>
      </pc:sldMasterChg>
      <pc:sldMasterChg chg="addSp delSp modSp mod">
        <pc:chgData name="순렬 강" userId="5f6c605e062eabd9" providerId="LiveId" clId="{B624ECEF-70D0-415E-B6B4-881663E91F4C}" dt="2026-06-14T12:14:56.818" v="1558" actId="20577"/>
        <pc:sldMasterMkLst>
          <pc:docMk/>
          <pc:sldMasterMk cId="0" sldId="2147484055"/>
        </pc:sldMasterMkLst>
        <pc:spChg chg="add del">
          <ac:chgData name="순렬 강" userId="5f6c605e062eabd9" providerId="LiveId" clId="{B624ECEF-70D0-415E-B6B4-881663E91F4C}" dt="2026-06-14T11:28:50.385" v="718" actId="478"/>
          <ac:spMkLst>
            <pc:docMk/>
            <pc:sldMasterMk cId="0" sldId="2147484055"/>
            <ac:spMk id="9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01:03.530" v="1439"/>
          <ac:spMkLst>
            <pc:docMk/>
            <pc:sldMasterMk cId="0" sldId="2147484055"/>
            <ac:spMk id="16" creationId="{A78F864E-5ED6-4DB5-B187-249B3A9CA72C}"/>
          </ac:spMkLst>
        </pc:spChg>
        <pc:spChg chg="add mod">
          <ac:chgData name="순렬 강" userId="5f6c605e062eabd9" providerId="LiveId" clId="{B624ECEF-70D0-415E-B6B4-881663E91F4C}" dt="2026-06-14T11:59:24.398" v="1310"/>
          <ac:spMkLst>
            <pc:docMk/>
            <pc:sldMasterMk cId="0" sldId="2147484055"/>
            <ac:spMk id="17" creationId="{13B928F8-23A2-4283-B11B-5D058FD354B2}"/>
          </ac:spMkLst>
        </pc:spChg>
        <pc:spChg chg="mod">
          <ac:chgData name="순렬 강" userId="5f6c605e062eabd9" providerId="LiveId" clId="{B624ECEF-70D0-415E-B6B4-881663E91F4C}" dt="2026-06-14T11:29:04.394" v="726" actId="20577"/>
          <ac:spMkLst>
            <pc:docMk/>
            <pc:sldMasterMk cId="0" sldId="2147484055"/>
            <ac:spMk id="18" creationId="{00000000-0000-0000-0000-000000000000}"/>
          </ac:spMkLst>
        </pc:spChg>
        <pc:spChg chg="add mod">
          <ac:chgData name="순렬 강" userId="5f6c605e062eabd9" providerId="LiveId" clId="{B624ECEF-70D0-415E-B6B4-881663E91F4C}" dt="2026-06-14T12:14:56.818" v="1558" actId="20577"/>
          <ac:spMkLst>
            <pc:docMk/>
            <pc:sldMasterMk cId="0" sldId="2147484055"/>
            <ac:spMk id="20" creationId="{0F683DF5-A388-47E5-A25A-76E708E412FB}"/>
          </ac:spMkLst>
        </pc:spChg>
        <pc:spChg chg="add del">
          <ac:chgData name="순렬 강" userId="5f6c605e062eabd9" providerId="LiveId" clId="{B624ECEF-70D0-415E-B6B4-881663E91F4C}" dt="2026-06-14T11:28:53.351" v="719" actId="478"/>
          <ac:spMkLst>
            <pc:docMk/>
            <pc:sldMasterMk cId="0" sldId="2147484055"/>
            <ac:spMk id="21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3:11.016" v="214" actId="478"/>
          <ac:spMkLst>
            <pc:docMk/>
            <pc:sldMasterMk cId="0" sldId="2147484055"/>
            <ac:spMk id="22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3:13.127" v="215" actId="478"/>
          <ac:spMkLst>
            <pc:docMk/>
            <pc:sldMasterMk cId="0" sldId="2147484055"/>
            <ac:spMk id="23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3:15.899" v="216" actId="478"/>
          <ac:picMkLst>
            <pc:docMk/>
            <pc:sldMasterMk cId="0" sldId="2147484055"/>
            <ac:picMk id="17" creationId="{00000000-0000-0000-0000-000000000000}"/>
          </ac:picMkLst>
        </pc:picChg>
      </pc:sldMasterChg>
      <pc:sldMasterChg chg="addSp delSp del mod delSldLayout">
        <pc:chgData name="순렬 강" userId="5f6c605e062eabd9" providerId="LiveId" clId="{B624ECEF-70D0-415E-B6B4-881663E91F4C}" dt="2026-06-14T11:29:29.260" v="728" actId="2696"/>
        <pc:sldMasterMkLst>
          <pc:docMk/>
          <pc:sldMasterMk cId="3735845637" sldId="2147484060"/>
        </pc:sldMasterMkLst>
        <pc:spChg chg="add del">
          <ac:chgData name="순렬 강" userId="5f6c605e062eabd9" providerId="LiveId" clId="{B624ECEF-70D0-415E-B6B4-881663E91F4C}" dt="2026-06-14T10:33:26.191" v="219" actId="478"/>
          <ac:spMkLst>
            <pc:docMk/>
            <pc:sldMasterMk cId="3735845637" sldId="2147484060"/>
            <ac:spMk id="18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3:22.418" v="217" actId="478"/>
          <ac:spMkLst>
            <pc:docMk/>
            <pc:sldMasterMk cId="3735845637" sldId="2147484060"/>
            <ac:spMk id="20" creationId="{00000000-0000-0000-0000-000000000000}"/>
          </ac:spMkLst>
        </pc:spChg>
        <pc:spChg chg="del">
          <ac:chgData name="순렬 강" userId="5f6c605e062eabd9" providerId="LiveId" clId="{B624ECEF-70D0-415E-B6B4-881663E91F4C}" dt="2026-06-14T10:33:28.468" v="220" actId="478"/>
          <ac:spMkLst>
            <pc:docMk/>
            <pc:sldMasterMk cId="3735845637" sldId="2147484060"/>
            <ac:spMk id="21" creationId="{00000000-0000-0000-0000-000000000000}"/>
          </ac:spMkLst>
        </pc:spChg>
        <pc:picChg chg="del">
          <ac:chgData name="순렬 강" userId="5f6c605e062eabd9" providerId="LiveId" clId="{B624ECEF-70D0-415E-B6B4-881663E91F4C}" dt="2026-06-14T10:33:31.455" v="221" actId="478"/>
          <ac:picMkLst>
            <pc:docMk/>
            <pc:sldMasterMk cId="3735845637" sldId="2147484060"/>
            <ac:picMk id="22" creationId="{00000000-0000-0000-0000-000000000000}"/>
          </ac:picMkLst>
        </pc:picChg>
        <pc:sldLayoutChg chg="del">
          <pc:chgData name="순렬 강" userId="5f6c605e062eabd9" providerId="LiveId" clId="{B624ECEF-70D0-415E-B6B4-881663E91F4C}" dt="2026-06-14T11:29:29.260" v="727" actId="2696"/>
          <pc:sldLayoutMkLst>
            <pc:docMk/>
            <pc:sldMasterMk cId="3735845637" sldId="2147484060"/>
            <pc:sldLayoutMk cId="2148185787" sldId="214748406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4301385" cy="33932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086" y="4"/>
            <a:ext cx="4302970" cy="339329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B09CB79D-0D6A-4F6B-8CCC-032E5D6A89BE}" type="datetimeFigureOut">
              <a:rPr lang="ko-KR" altLang="en-US" smtClean="0"/>
              <a:pPr/>
              <a:t>2026-06-24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6456763"/>
            <a:ext cx="4301385" cy="339329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086" y="6456763"/>
            <a:ext cx="4302970" cy="339329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EFC5AD40-98AF-4EE7-A208-8B6B4E017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0204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4301385" cy="339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5" rIns="91531" bIns="45765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672" y="4"/>
            <a:ext cx="4301383" cy="339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5" rIns="91531" bIns="4576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2613" y="509588"/>
            <a:ext cx="3681412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091" y="3228380"/>
            <a:ext cx="7940042" cy="305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5" rIns="91531" bIns="457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63"/>
            <a:ext cx="4301385" cy="339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5" rIns="91531" bIns="45765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672" y="6456763"/>
            <a:ext cx="4301383" cy="339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1" tIns="45765" rIns="91531" bIns="4576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FFB736F-3F0F-4F08-9CDD-4A18CD9A78E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59920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379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B736F-3F0F-4F08-9CDD-4A18CD9A78E8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3200E-ACAD-443B-8D58-02BB462A3CD6}"/>
              </a:ext>
            </a:extLst>
          </p:cNvPr>
          <p:cNvSpPr txBox="1"/>
          <p:nvPr userDrawn="1"/>
        </p:nvSpPr>
        <p:spPr>
          <a:xfrm>
            <a:off x="6669904" y="5014917"/>
            <a:ext cx="2669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b="1" dirty="0" err="1">
                <a:latin typeface="휴먼옛체" pitchFamily="18" charset="-127"/>
                <a:ea typeface="휴먼옛체" pitchFamily="18" charset="-127"/>
              </a:rPr>
              <a:t>국립부경대학교</a:t>
            </a:r>
            <a:endParaRPr lang="en-US" altLang="ko-KR" b="1" dirty="0">
              <a:latin typeface="휴먼옛체" pitchFamily="18" charset="-127"/>
              <a:ea typeface="휴먼옛체" pitchFamily="18" charset="-127"/>
            </a:endParaRPr>
          </a:p>
          <a:p>
            <a:pPr algn="r"/>
            <a:r>
              <a:rPr lang="en-US" altLang="ko-KR" b="1" dirty="0">
                <a:latin typeface="휴먼옛체" pitchFamily="18" charset="-127"/>
                <a:ea typeface="휴먼옛체" pitchFamily="18" charset="-127"/>
              </a:rPr>
              <a:t>K-</a:t>
            </a:r>
            <a:r>
              <a:rPr lang="ko-KR" altLang="en-US" b="1" dirty="0">
                <a:latin typeface="휴먼옛체" pitchFamily="18" charset="-127"/>
                <a:ea typeface="휴먼옛체" pitchFamily="18" charset="-127"/>
              </a:rPr>
              <a:t>디지털트레이닝훈련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/>
        </p:nvGraphicFramePr>
        <p:xfrm>
          <a:off x="1" y="0"/>
          <a:ext cx="1238223" cy="12858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8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8586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2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 userDrawn="1"/>
        </p:nvSpPr>
        <p:spPr>
          <a:xfrm>
            <a:off x="4024306" y="1214422"/>
            <a:ext cx="1277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HY헤드라인M" pitchFamily="18" charset="-127"/>
                <a:ea typeface="HY헤드라인M" pitchFamily="18" charset="-127"/>
              </a:rPr>
              <a:t>목  차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 rot="5400000">
            <a:off x="2846373" y="3749677"/>
            <a:ext cx="3643338" cy="1588"/>
          </a:xfrm>
          <a:prstGeom prst="line">
            <a:avLst/>
          </a:prstGeom>
          <a:ln w="635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 rot="5400000">
            <a:off x="2917811" y="4106867"/>
            <a:ext cx="3643338" cy="1588"/>
          </a:xfrm>
          <a:prstGeom prst="line">
            <a:avLst/>
          </a:prstGeom>
          <a:ln w="63500">
            <a:solidFill>
              <a:srgbClr val="FFCC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1481902" y="2285992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헤드라인M" pitchFamily="18" charset="-127"/>
                <a:ea typeface="HY헤드라인M" pitchFamily="18" charset="-127"/>
              </a:rPr>
              <a:t>편리함을 위한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1000" dirty="0">
                <a:solidFill>
                  <a:srgbClr val="669900"/>
                </a:solidFill>
                <a:latin typeface="HY헤드라인M" pitchFamily="18" charset="-127"/>
                <a:ea typeface="HY헤드라인M" pitchFamily="18" charset="-127"/>
              </a:rPr>
              <a:t>AI</a:t>
            </a:r>
            <a:r>
              <a:rPr lang="ko-KR" altLang="en-US" sz="1000" dirty="0">
                <a:solidFill>
                  <a:srgbClr val="669900"/>
                </a:solidFill>
                <a:latin typeface="HY헤드라인M" pitchFamily="18" charset="-127"/>
                <a:ea typeface="HY헤드라인M" pitchFamily="18" charset="-127"/>
              </a:rPr>
              <a:t> 서비스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5" name="표 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8476284"/>
              </p:ext>
            </p:extLst>
          </p:nvPr>
        </p:nvGraphicFramePr>
        <p:xfrm>
          <a:off x="1610096" y="3000372"/>
          <a:ext cx="1585889" cy="17144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5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44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alphaModFix amt="86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E8D32C5B-FB44-43D9-9A13-F8AFEA1C84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/>
        </p:nvGraphicFramePr>
        <p:xfrm>
          <a:off x="1" y="0"/>
          <a:ext cx="1238223" cy="12858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8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8586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2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 userDrawn="1"/>
        </p:nvCxnSpPr>
        <p:spPr>
          <a:xfrm rot="5400000">
            <a:off x="2846373" y="3749677"/>
            <a:ext cx="3643338" cy="1588"/>
          </a:xfrm>
          <a:prstGeom prst="line">
            <a:avLst/>
          </a:prstGeom>
          <a:ln w="635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 rot="5400000">
            <a:off x="2917811" y="4106867"/>
            <a:ext cx="3643338" cy="1588"/>
          </a:xfrm>
          <a:prstGeom prst="line">
            <a:avLst/>
          </a:prstGeom>
          <a:ln w="63500">
            <a:solidFill>
              <a:srgbClr val="FFCC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8322769"/>
              </p:ext>
            </p:extLst>
          </p:nvPr>
        </p:nvGraphicFramePr>
        <p:xfrm>
          <a:off x="1610096" y="3000372"/>
          <a:ext cx="1585889" cy="17144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5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44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alphaModFix amt="86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 userDrawn="1"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942BAE-1DA3-43E5-A127-F8B83164053D}"/>
              </a:ext>
            </a:extLst>
          </p:cNvPr>
          <p:cNvSpPr txBox="1"/>
          <p:nvPr userDrawn="1"/>
        </p:nvSpPr>
        <p:spPr>
          <a:xfrm>
            <a:off x="1481902" y="2285992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헤드라인M" pitchFamily="18" charset="-127"/>
                <a:ea typeface="HY헤드라인M" pitchFamily="18" charset="-127"/>
              </a:rPr>
              <a:t>편리함을 위한</a:t>
            </a:r>
            <a:r>
              <a:rPr lang="ko-KR" altLang="en-US" sz="1000" dirty="0"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en-US" altLang="ko-KR" sz="1000" dirty="0">
                <a:solidFill>
                  <a:srgbClr val="669900"/>
                </a:solidFill>
                <a:latin typeface="HY헤드라인M" pitchFamily="18" charset="-127"/>
                <a:ea typeface="HY헤드라인M" pitchFamily="18" charset="-127"/>
              </a:rPr>
              <a:t>AI</a:t>
            </a:r>
            <a:r>
              <a:rPr lang="ko-KR" altLang="en-US" sz="1000" dirty="0">
                <a:solidFill>
                  <a:srgbClr val="669900"/>
                </a:solidFill>
                <a:latin typeface="HY헤드라인M" pitchFamily="18" charset="-127"/>
                <a:ea typeface="HY헤드라인M" pitchFamily="18" charset="-127"/>
              </a:rPr>
              <a:t> 서비스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6EE6C5D-8A22-4B18-8461-C59347D69D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00556D8-06A5-4C39-B5DB-768C7CFA2A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 userDrawn="1"/>
        </p:nvSpPr>
        <p:spPr>
          <a:xfrm>
            <a:off x="0" y="109518"/>
            <a:ext cx="9346301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667776" y="642918"/>
            <a:ext cx="642942" cy="492922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4876FAC-C6BA-44F8-BE1F-E7A64DEA00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 userDrawn="1"/>
        </p:nvGraphicFramePr>
        <p:xfrm>
          <a:off x="1" y="0"/>
          <a:ext cx="1238223" cy="12858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8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8586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2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직선 연결선 9"/>
          <p:cNvCxnSpPr/>
          <p:nvPr userDrawn="1"/>
        </p:nvCxnSpPr>
        <p:spPr>
          <a:xfrm rot="5400000">
            <a:off x="2846373" y="3749677"/>
            <a:ext cx="3643338" cy="1588"/>
          </a:xfrm>
          <a:prstGeom prst="line">
            <a:avLst/>
          </a:prstGeom>
          <a:ln w="635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 rot="5400000">
            <a:off x="2917811" y="4106867"/>
            <a:ext cx="3643338" cy="1588"/>
          </a:xfrm>
          <a:prstGeom prst="line">
            <a:avLst/>
          </a:prstGeom>
          <a:ln w="63500">
            <a:solidFill>
              <a:srgbClr val="FFCC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/>
          <p:cNvGraphicFramePr>
            <a:graphicFrameLocks noGrp="1"/>
          </p:cNvGraphicFramePr>
          <p:nvPr userDrawn="1"/>
        </p:nvGraphicFramePr>
        <p:xfrm>
          <a:off x="1738290" y="3000372"/>
          <a:ext cx="1585889" cy="17144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5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144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alphaModFix amt="86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 userDrawn="1"/>
        </p:nvSpPr>
        <p:spPr>
          <a:xfrm>
            <a:off x="1481902" y="2285992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HY헤드라인M" pitchFamily="18" charset="-127"/>
                <a:ea typeface="HY헤드라인M" pitchFamily="18" charset="-127"/>
              </a:rPr>
              <a:t>고객 만족을 위하여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9310718" y="0"/>
            <a:ext cx="595282" cy="685800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" name="그림 12" descr="Garden.jp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5" name="직사각형 14"/>
          <p:cNvSpPr/>
          <p:nvPr userDrawn="1"/>
        </p:nvSpPr>
        <p:spPr>
          <a:xfrm>
            <a:off x="7453330" y="5572140"/>
            <a:ext cx="1214446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17E40A-6231-4F6C-9CBF-F8C48A261A4A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rgbClr val="FFFF00"/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DD78A4-9D45-4EEF-9084-D1B25E865DE3}"/>
              </a:ext>
            </a:extLst>
          </p:cNvPr>
          <p:cNvSpPr/>
          <p:nvPr userDrawn="1"/>
        </p:nvSpPr>
        <p:spPr>
          <a:xfrm>
            <a:off x="0" y="6643710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9" r:id="rId2"/>
    <p:sldLayoutId id="2147484040" r:id="rId3"/>
    <p:sldLayoutId id="2147484057" r:id="rId4"/>
    <p:sldLayoutId id="2147484058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8690846" y="0"/>
            <a:ext cx="619872" cy="6858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9310718" y="0"/>
            <a:ext cx="595282" cy="68580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" name="그림 9" descr="Garden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7524768" y="5572140"/>
            <a:ext cx="1190354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6643710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>
          <a:xfrm>
            <a:off x="0" y="109518"/>
            <a:ext cx="9849544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8692692" y="5572164"/>
            <a:ext cx="1213308" cy="1285860"/>
          </a:xfrm>
          <a:prstGeom prst="rect">
            <a:avLst/>
          </a:prstGeom>
          <a:solidFill>
            <a:srgbClr val="99CCFF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B7E05-8CA6-4B26-8187-8DEA7994AD2B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FBD123A1-CADD-4551-AE22-09B5862C97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D62CAE-D29F-4054-A8F8-F47396D36D1A}"/>
              </a:ext>
            </a:extLst>
          </p:cNvPr>
          <p:cNvSpPr txBox="1"/>
          <p:nvPr userDrawn="1"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Ⅱ. 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수행범위</a:t>
            </a:r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59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8715436" y="0"/>
            <a:ext cx="595282" cy="68580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9310718" y="0"/>
            <a:ext cx="595282" cy="6858000"/>
          </a:xfrm>
          <a:prstGeom prst="rect">
            <a:avLst/>
          </a:prstGeom>
          <a:solidFill>
            <a:srgbClr val="CC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66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 descr="Garde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7524768" y="5572140"/>
            <a:ext cx="1190354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-13326" y="6644951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/>
          <p:cNvSpPr txBox="1">
            <a:spLocks noChangeArrowheads="1"/>
          </p:cNvSpPr>
          <p:nvPr userDrawn="1"/>
        </p:nvSpPr>
        <p:spPr>
          <a:xfrm>
            <a:off x="0" y="109518"/>
            <a:ext cx="9849544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  <p:sp>
        <p:nvSpPr>
          <p:cNvPr id="18" name="직사각형 17"/>
          <p:cNvSpPr/>
          <p:nvPr userDrawn="1"/>
        </p:nvSpPr>
        <p:spPr>
          <a:xfrm>
            <a:off x="8739214" y="5572164"/>
            <a:ext cx="1166786" cy="1285860"/>
          </a:xfrm>
          <a:prstGeom prst="rect">
            <a:avLst/>
          </a:prstGeom>
          <a:solidFill>
            <a:srgbClr val="CCCC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62DE3-FDE8-4828-99F4-72A46A95DB68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rgbClr val="92D050"/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B8534881-3A9A-4ECB-9CD1-D6973A2DCAE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88A8C-3853-4A47-A824-FC336335F0B2}"/>
              </a:ext>
            </a:extLst>
          </p:cNvPr>
          <p:cNvSpPr txBox="1"/>
          <p:nvPr userDrawn="1"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Ⅲ. 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수행절차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8810652" y="0"/>
            <a:ext cx="571504" cy="68580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9382156" y="0"/>
            <a:ext cx="523844" cy="685800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그림 11" descr="Garde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7630789" y="5572140"/>
            <a:ext cx="1190354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 userDrawn="1"/>
        </p:nvSpPr>
        <p:spPr>
          <a:xfrm>
            <a:off x="0" y="6643710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>
          <a:xfrm>
            <a:off x="0" y="109518"/>
            <a:ext cx="9849544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8810652" y="5572164"/>
            <a:ext cx="1095348" cy="1285860"/>
          </a:xfrm>
          <a:prstGeom prst="rect">
            <a:avLst/>
          </a:prstGeom>
          <a:solidFill>
            <a:srgbClr val="FFCCFF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007E0-1417-4BB0-8460-30D38C838C33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rgbClr val="FF9933"/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1BFBECE8-FE10-41DB-B262-E2B7BC3E89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CAE711-294A-45BE-887C-EBA4DF1CC216}"/>
              </a:ext>
            </a:extLst>
          </p:cNvPr>
          <p:cNvSpPr txBox="1"/>
          <p:nvPr userDrawn="1"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Ⅳ. </a:t>
            </a:r>
            <a:r>
              <a:rPr kumimoji="0" lang="ko-KR" altLang="en-US" b="1" dirty="0" err="1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조직및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역할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8810652" y="0"/>
            <a:ext cx="571504" cy="6858000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9382156" y="0"/>
            <a:ext cx="523844" cy="68580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99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CC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그림 11" descr="Garde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7524768" y="5572140"/>
            <a:ext cx="1285884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 userDrawn="1"/>
        </p:nvSpPr>
        <p:spPr>
          <a:xfrm>
            <a:off x="0" y="6643710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>
          <a:xfrm>
            <a:off x="0" y="109518"/>
            <a:ext cx="9849544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굴림" charset="-127"/>
              <a:ea typeface="굴림" charset="-127"/>
              <a:cs typeface="+mn-cs"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8810652" y="5572164"/>
            <a:ext cx="1095348" cy="1285860"/>
          </a:xfrm>
          <a:prstGeom prst="rect">
            <a:avLst/>
          </a:prstGeom>
          <a:solidFill>
            <a:srgbClr val="CCCCFF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4E5F0C-F687-4B61-81AC-FACC38E8CDC1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chemeClr val="accent4">
                    <a:lumMod val="75000"/>
                  </a:schemeClr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4605828C-1D6B-47D5-82FF-FF6AB49BEF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BDFDD6-C9E5-4F15-9C20-E0488099AF58}"/>
              </a:ext>
            </a:extLst>
          </p:cNvPr>
          <p:cNvSpPr txBox="1"/>
          <p:nvPr userDrawn="1"/>
        </p:nvSpPr>
        <p:spPr>
          <a:xfrm>
            <a:off x="2440641" y="3275710"/>
            <a:ext cx="4988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Ⅴ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1AFC9B-2F49-4531-B4EB-71A45145B54C}"/>
              </a:ext>
            </a:extLst>
          </p:cNvPr>
          <p:cNvSpPr txBox="1"/>
          <p:nvPr userDrawn="1"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Ⅴ. 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추진일정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8810652" y="0"/>
            <a:ext cx="571504" cy="6858000"/>
          </a:xfrm>
          <a:prstGeom prst="rect">
            <a:avLst/>
          </a:prstGeom>
          <a:solidFill>
            <a:srgbClr val="FF99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9382156" y="0"/>
            <a:ext cx="523844" cy="685800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3309926" cy="642918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881034" y="0"/>
            <a:ext cx="9024966" cy="642918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4667248" y="6642580"/>
            <a:ext cx="642942" cy="215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006FCACD-AE35-4C75-BFA2-9D22C9DF4D0F}" type="slidenum"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pPr algn="ctr"/>
              <a:t>‹#›</a:t>
            </a:fld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그림 11" descr="Garde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81958" y="5572140"/>
            <a:ext cx="2024042" cy="1285860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7524768" y="5572140"/>
            <a:ext cx="1285884" cy="128586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84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7881958" y="5572140"/>
            <a:ext cx="2024042" cy="571480"/>
          </a:xfrm>
          <a:prstGeom prst="rect">
            <a:avLst/>
          </a:prstGeom>
          <a:gradFill flip="none" rotWithShape="1">
            <a:gsLst>
              <a:gs pos="88000">
                <a:schemeClr val="bg1">
                  <a:alpha val="70000"/>
                </a:schemeClr>
              </a:gs>
              <a:gs pos="95000">
                <a:schemeClr val="bg1">
                  <a:alpha val="4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 userDrawn="1"/>
        </p:nvSpPr>
        <p:spPr>
          <a:xfrm>
            <a:off x="0" y="6643710"/>
            <a:ext cx="9906000" cy="214290"/>
          </a:xfrm>
          <a:prstGeom prst="rect">
            <a:avLst/>
          </a:prstGeom>
          <a:gradFill flip="none" rotWithShape="1">
            <a:gsLst>
              <a:gs pos="73000">
                <a:srgbClr val="99CCFF">
                  <a:alpha val="37000"/>
                </a:srgbClr>
              </a:gs>
              <a:gs pos="45000">
                <a:srgbClr val="99CCFF">
                  <a:alpha val="43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2"/>
          <p:cNvSpPr txBox="1">
            <a:spLocks noChangeArrowheads="1"/>
          </p:cNvSpPr>
          <p:nvPr userDrawn="1"/>
        </p:nvSpPr>
        <p:spPr>
          <a:xfrm>
            <a:off x="0" y="109518"/>
            <a:ext cx="9849544" cy="533400"/>
          </a:xfrm>
          <a:prstGeom prst="rect">
            <a:avLst/>
          </a:prstGeom>
        </p:spPr>
        <p:txBody>
          <a:bodyPr rIns="0"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8810652" y="5572164"/>
            <a:ext cx="1095348" cy="1285860"/>
          </a:xfrm>
          <a:prstGeom prst="rect">
            <a:avLst/>
          </a:prstGeom>
          <a:solidFill>
            <a:srgbClr val="FF99FF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8F864E-5ED6-4DB5-B187-249B3A9CA72C}"/>
              </a:ext>
            </a:extLst>
          </p:cNvPr>
          <p:cNvSpPr txBox="1"/>
          <p:nvPr userDrawn="1"/>
        </p:nvSpPr>
        <p:spPr>
          <a:xfrm>
            <a:off x="206" y="142852"/>
            <a:ext cx="2720546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ko-KR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옛체" pitchFamily="18" charset="-127"/>
                <a:ea typeface="휴먼옛체" pitchFamily="18" charset="-127"/>
              </a:rPr>
              <a:t>교육용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13B928F8-23A2-4283-B11B-5D058FD35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33320" y="6669360"/>
            <a:ext cx="2091501" cy="225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latinLnBrk="0">
              <a:lnSpc>
                <a:spcPct val="96000"/>
              </a:lnSpc>
              <a:buClr>
                <a:srgbClr val="000000"/>
              </a:buClr>
              <a:buSzPct val="100000"/>
              <a:buFont typeface="굴림" charset="-127"/>
              <a:buNone/>
            </a:pPr>
            <a:r>
              <a:rPr kumimoji="0" lang="en-US" altLang="ko-KR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K-</a:t>
            </a:r>
            <a:r>
              <a:rPr kumimoji="0" lang="ko-KR" altLang="en-US" sz="900" b="1" dirty="0">
                <a:solidFill>
                  <a:srgbClr val="003366"/>
                </a:solidFill>
                <a:latin typeface="맑은 고딕" pitchFamily="50" charset="-127"/>
                <a:ea typeface="맑은 고딕" pitchFamily="50" charset="-127"/>
              </a:rPr>
              <a:t>디지털트레이닝훈련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83DF5-A388-47E5-A25A-76E708E412FB}"/>
              </a:ext>
            </a:extLst>
          </p:cNvPr>
          <p:cNvSpPr txBox="1"/>
          <p:nvPr userDrawn="1"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Ⅵ. 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수행비용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77056" y="4051307"/>
            <a:ext cx="2449512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latinLnBrk="0"/>
            <a:r>
              <a:rPr kumimoji="0" lang="en-US" altLang="ko-KR" sz="1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2026</a:t>
            </a:r>
            <a:r>
              <a:rPr kumimoji="0" lang="ko-KR" altLang="en-US" sz="1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년 </a:t>
            </a:r>
            <a:r>
              <a:rPr kumimoji="0" lang="en-US" altLang="ko-KR" sz="1200" dirty="0">
                <a:latin typeface="HY헤드라인M" pitchFamily="18" charset="-127"/>
                <a:ea typeface="HY헤드라인M" pitchFamily="18" charset="-127"/>
              </a:rPr>
              <a:t>6</a:t>
            </a:r>
            <a:r>
              <a:rPr kumimoji="0" lang="ko-KR" altLang="en-US" sz="1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월 </a:t>
            </a:r>
            <a:r>
              <a:rPr kumimoji="0" lang="en-US" altLang="ko-KR" sz="1200" dirty="0">
                <a:latin typeface="HY헤드라인M" pitchFamily="18" charset="-127"/>
                <a:ea typeface="HY헤드라인M" pitchFamily="18" charset="-127"/>
              </a:rPr>
              <a:t>14</a:t>
            </a:r>
            <a:r>
              <a:rPr kumimoji="0" lang="ko-KR" altLang="en-US" sz="1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일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25446" y="2671283"/>
            <a:ext cx="8501122" cy="486906"/>
          </a:xfrm>
          <a:prstGeom prst="rect">
            <a:avLst/>
          </a:prstGeom>
        </p:spPr>
        <p:txBody>
          <a:bodyPr/>
          <a:lstStyle/>
          <a:p>
            <a:pPr algn="r">
              <a:spcBef>
                <a:spcPct val="50000"/>
              </a:spcBef>
            </a:pPr>
            <a:r>
              <a:rPr lang="ko-KR" altLang="en-US" sz="2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알약 이미지 분류 </a:t>
            </a:r>
            <a:r>
              <a:rPr lang="en-US" altLang="ko-KR" sz="2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AI </a:t>
            </a:r>
            <a:r>
              <a:rPr lang="ko-KR" altLang="en-US" sz="2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웹 서비스</a:t>
            </a:r>
            <a:endParaRPr lang="ko-KR" altLang="en-US" sz="1400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42191"/>
              </p:ext>
            </p:extLst>
          </p:nvPr>
        </p:nvGraphicFramePr>
        <p:xfrm>
          <a:off x="3152802" y="857232"/>
          <a:ext cx="6102327" cy="1071570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2034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785"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8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uLnTx/>
                          <a:uFillTx/>
                          <a:latin typeface="HY헤드라인M" pitchFamily="18" charset="-127"/>
                          <a:ea typeface="HY헤드라인M" pitchFamily="18" charset="-127"/>
                        </a:rPr>
                        <a:t>AI</a:t>
                      </a:r>
                      <a:r>
                        <a:rPr kumimoji="1" lang="ko-KR" altLang="en-US" sz="18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uLnTx/>
                          <a:uFillTx/>
                          <a:latin typeface="HY헤드라인M" pitchFamily="18" charset="-127"/>
                          <a:ea typeface="HY헤드라인M" pitchFamily="18" charset="-127"/>
                        </a:rPr>
                        <a:t> 플랫폼 기반의 편리한 솔루션</a:t>
                      </a:r>
                      <a:endParaRPr kumimoji="1" lang="ko-KR" alt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99CC"/>
                        </a:solidFill>
                        <a:effectLst/>
                        <a:uLnTx/>
                        <a:uFillTx/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R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5067313" y="2935576"/>
            <a:ext cx="345758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latinLnBrk="0" hangingPunct="0"/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Ⅱ. </a:t>
            </a:r>
            <a:r>
              <a:rPr kumimoji="0" lang="ko-KR" altLang="en-US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수행범위</a:t>
            </a:r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endParaRPr kumimoji="0" lang="ko-KR" altLang="en-US" sz="20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4" name="Text Box 99"/>
          <p:cNvSpPr txBox="1">
            <a:spLocks noChangeArrowheads="1"/>
          </p:cNvSpPr>
          <p:nvPr/>
        </p:nvSpPr>
        <p:spPr bwMode="auto">
          <a:xfrm>
            <a:off x="5067313" y="5538718"/>
            <a:ext cx="143902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latinLnBrk="0" hangingPunct="0"/>
            <a:r>
              <a:rPr kumimoji="0" lang="en-US" altLang="ko-KR" sz="12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□  </a:t>
            </a:r>
            <a:r>
              <a:rPr kumimoji="0" lang="en-US" altLang="ko-KR" sz="16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en-US" altLang="ko-KR" sz="16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Q &amp; A</a:t>
            </a:r>
            <a:r>
              <a:rPr kumimoji="0" lang="ko-KR" altLang="en-US" sz="16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</a:p>
        </p:txBody>
      </p:sp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5067313" y="4108968"/>
            <a:ext cx="345758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Ⅳ. </a:t>
            </a:r>
            <a:r>
              <a:rPr kumimoji="0" lang="ko-KR" altLang="en-US" sz="2000" b="1" dirty="0" err="1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수행조직및</a:t>
            </a:r>
            <a:r>
              <a:rPr kumimoji="0" lang="ko-KR" altLang="en-US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역할</a:t>
            </a:r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endParaRPr kumimoji="0" lang="ko-KR" altLang="en-US" sz="20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6" name="Text Box 90"/>
          <p:cNvSpPr txBox="1">
            <a:spLocks noChangeArrowheads="1"/>
          </p:cNvSpPr>
          <p:nvPr/>
        </p:nvSpPr>
        <p:spPr bwMode="auto">
          <a:xfrm>
            <a:off x="5067313" y="4695663"/>
            <a:ext cx="345758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Ⅴ. </a:t>
            </a:r>
            <a:r>
              <a:rPr kumimoji="0" lang="ko-KR" altLang="en-US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추진일정</a:t>
            </a:r>
            <a:endParaRPr kumimoji="0" lang="ko-KR" altLang="en-US" sz="20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1" name="Text Box 72"/>
          <p:cNvSpPr txBox="1">
            <a:spLocks noChangeArrowheads="1"/>
          </p:cNvSpPr>
          <p:nvPr/>
        </p:nvSpPr>
        <p:spPr bwMode="auto">
          <a:xfrm>
            <a:off x="5067313" y="3522272"/>
            <a:ext cx="345758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Ⅲ. </a:t>
            </a:r>
            <a:r>
              <a:rPr kumimoji="0" lang="ko-KR" altLang="en-US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수행절차</a:t>
            </a:r>
            <a:endParaRPr kumimoji="0" lang="ko-KR" altLang="en-US" sz="20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7" name="Text Box 66"/>
          <p:cNvSpPr txBox="1">
            <a:spLocks noChangeArrowheads="1"/>
          </p:cNvSpPr>
          <p:nvPr/>
        </p:nvSpPr>
        <p:spPr bwMode="auto">
          <a:xfrm>
            <a:off x="5067313" y="2348880"/>
            <a:ext cx="3457585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eaLnBrk="0" latinLnBrk="0" hangingPunct="0"/>
            <a:r>
              <a:rPr kumimoji="0" lang="en-US" altLang="ko-KR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Ⅰ. </a:t>
            </a:r>
            <a:r>
              <a:rPr kumimoji="0" lang="ko-KR" altLang="en-US" sz="2000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개요</a:t>
            </a:r>
            <a:endParaRPr kumimoji="0" lang="ko-KR" altLang="en-US" sz="20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 err="1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목표및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배경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5288" y="280472"/>
            <a:ext cx="236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0" latinLnBrk="0" hangingPunct="0"/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Ⅰ. </a:t>
            </a:r>
            <a:r>
              <a:rPr kumimoji="0" lang="ko-KR" altLang="en-US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개요</a:t>
            </a:r>
            <a:r>
              <a:rPr kumimoji="0" lang="en-US" altLang="ko-KR" b="1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endParaRPr kumimoji="0" lang="ko-KR" altLang="en-US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AutoShape 38">
            <a:extLst>
              <a:ext uri="{FF2B5EF4-FFF2-40B4-BE49-F238E27FC236}">
                <a16:creationId xmlns:a16="http://schemas.microsoft.com/office/drawing/2014/main" id="{C0A37440-28E0-42B2-B9F0-5EB924AED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584" y="2204864"/>
            <a:ext cx="6265852" cy="474923"/>
          </a:xfrm>
          <a:custGeom>
            <a:avLst/>
            <a:gdLst>
              <a:gd name="G0" fmla="+- 4128 0 0"/>
              <a:gd name="G1" fmla="+- 21600 0 4128"/>
              <a:gd name="G2" fmla="*/ 4128 1 2"/>
              <a:gd name="G3" fmla="+- 21600 0 G2"/>
              <a:gd name="G4" fmla="+/ 4128 21600 2"/>
              <a:gd name="G5" fmla="+/ G1 0 2"/>
              <a:gd name="G6" fmla="*/ 21600 21600 4128"/>
              <a:gd name="G7" fmla="*/ G6 1 2"/>
              <a:gd name="G8" fmla="+- 21600 0 G7"/>
              <a:gd name="G9" fmla="*/ 21600 1 2"/>
              <a:gd name="G10" fmla="+- 4128 0 G9"/>
              <a:gd name="G11" fmla="?: G10 G8 0"/>
              <a:gd name="G12" fmla="?: G10 G7 21600"/>
              <a:gd name="T0" fmla="*/ 19536 w 21600"/>
              <a:gd name="T1" fmla="*/ 10800 h 21600"/>
              <a:gd name="T2" fmla="*/ 10800 w 21600"/>
              <a:gd name="T3" fmla="*/ 21600 h 21600"/>
              <a:gd name="T4" fmla="*/ 2064 w 21600"/>
              <a:gd name="T5" fmla="*/ 10800 h 21600"/>
              <a:gd name="T6" fmla="*/ 10800 w 21600"/>
              <a:gd name="T7" fmla="*/ 0 h 21600"/>
              <a:gd name="T8" fmla="*/ 3864 w 21600"/>
              <a:gd name="T9" fmla="*/ 3864 h 21600"/>
              <a:gd name="T10" fmla="*/ 17736 w 21600"/>
              <a:gd name="T11" fmla="*/ 1773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4128" y="21600"/>
                </a:lnTo>
                <a:lnTo>
                  <a:pt x="17472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94C3E6"/>
              </a:gs>
              <a:gs pos="100000">
                <a:srgbClr val="94C3E6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" name="그룹 43">
            <a:extLst>
              <a:ext uri="{FF2B5EF4-FFF2-40B4-BE49-F238E27FC236}">
                <a16:creationId xmlns:a16="http://schemas.microsoft.com/office/drawing/2014/main" id="{B9A8152E-318F-4EB2-AAC1-5560F92F4063}"/>
              </a:ext>
            </a:extLst>
          </p:cNvPr>
          <p:cNvGrpSpPr/>
          <p:nvPr/>
        </p:nvGrpSpPr>
        <p:grpSpPr>
          <a:xfrm>
            <a:off x="2519930" y="2259266"/>
            <a:ext cx="3903472" cy="1145727"/>
            <a:chOff x="2714628" y="2367774"/>
            <a:chExt cx="3903472" cy="514680"/>
          </a:xfrm>
        </p:grpSpPr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3DD4CDFA-5B6C-401D-8FD6-5FCBAB53553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27346" y="2373572"/>
              <a:ext cx="403682" cy="469626"/>
            </a:xfrm>
            <a:custGeom>
              <a:avLst/>
              <a:gdLst>
                <a:gd name="T0" fmla="*/ 392 w 392"/>
                <a:gd name="T1" fmla="*/ 0 h 664"/>
                <a:gd name="T2" fmla="*/ 384 w 392"/>
                <a:gd name="T3" fmla="*/ 240 h 664"/>
                <a:gd name="T4" fmla="*/ 128 w 392"/>
                <a:gd name="T5" fmla="*/ 664 h 664"/>
                <a:gd name="T6" fmla="*/ 0 w 392"/>
                <a:gd name="T7" fmla="*/ 616 h 664"/>
                <a:gd name="T8" fmla="*/ 392 w 392"/>
                <a:gd name="T9" fmla="*/ 0 h 6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664"/>
                <a:gd name="T17" fmla="*/ 392 w 392"/>
                <a:gd name="T18" fmla="*/ 664 h 6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664">
                  <a:moveTo>
                    <a:pt x="392" y="0"/>
                  </a:moveTo>
                  <a:lnTo>
                    <a:pt x="384" y="240"/>
                  </a:lnTo>
                  <a:lnTo>
                    <a:pt x="128" y="664"/>
                  </a:lnTo>
                  <a:lnTo>
                    <a:pt x="0" y="616"/>
                  </a:lnTo>
                  <a:lnTo>
                    <a:pt x="392" y="0"/>
                  </a:lnTo>
                  <a:close/>
                </a:path>
              </a:pathLst>
            </a:custGeom>
            <a:gradFill rotWithShape="0">
              <a:gsLst>
                <a:gs pos="0">
                  <a:srgbClr val="CCE5FF"/>
                </a:gs>
                <a:gs pos="100000">
                  <a:srgbClr val="99CC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90C6495B-4649-4310-9EDB-669CD49A5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3378" y="2367774"/>
              <a:ext cx="403682" cy="469626"/>
            </a:xfrm>
            <a:custGeom>
              <a:avLst/>
              <a:gdLst>
                <a:gd name="T0" fmla="*/ 392 w 392"/>
                <a:gd name="T1" fmla="*/ 0 h 664"/>
                <a:gd name="T2" fmla="*/ 384 w 392"/>
                <a:gd name="T3" fmla="*/ 240 h 664"/>
                <a:gd name="T4" fmla="*/ 128 w 392"/>
                <a:gd name="T5" fmla="*/ 664 h 664"/>
                <a:gd name="T6" fmla="*/ 0 w 392"/>
                <a:gd name="T7" fmla="*/ 616 h 664"/>
                <a:gd name="T8" fmla="*/ 392 w 392"/>
                <a:gd name="T9" fmla="*/ 0 h 6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664"/>
                <a:gd name="T17" fmla="*/ 392 w 392"/>
                <a:gd name="T18" fmla="*/ 664 h 6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664">
                  <a:moveTo>
                    <a:pt x="392" y="0"/>
                  </a:moveTo>
                  <a:lnTo>
                    <a:pt x="384" y="240"/>
                  </a:lnTo>
                  <a:lnTo>
                    <a:pt x="128" y="664"/>
                  </a:lnTo>
                  <a:lnTo>
                    <a:pt x="0" y="616"/>
                  </a:lnTo>
                  <a:lnTo>
                    <a:pt x="392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CCE5FF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AutoShape 18">
              <a:extLst>
                <a:ext uri="{FF2B5EF4-FFF2-40B4-BE49-F238E27FC236}">
                  <a16:creationId xmlns:a16="http://schemas.microsoft.com/office/drawing/2014/main" id="{3AF3822C-61BC-470E-ACC3-08B69D1DCD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185124" y="2458267"/>
              <a:ext cx="954158" cy="423243"/>
            </a:xfrm>
            <a:custGeom>
              <a:avLst/>
              <a:gdLst>
                <a:gd name="T0" fmla="*/ 379 w 21600"/>
                <a:gd name="T1" fmla="*/ 146 h 21600"/>
                <a:gd name="T2" fmla="*/ 234 w 21600"/>
                <a:gd name="T3" fmla="*/ 292 h 21600"/>
                <a:gd name="T4" fmla="*/ 89 w 21600"/>
                <a:gd name="T5" fmla="*/ 146 h 21600"/>
                <a:gd name="T6" fmla="*/ 2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908 w 21600"/>
                <a:gd name="T13" fmla="*/ 5918 h 21600"/>
                <a:gd name="T14" fmla="*/ 15692 w 21600"/>
                <a:gd name="T15" fmla="*/ 156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8169" y="21600"/>
                  </a:lnTo>
                  <a:lnTo>
                    <a:pt x="13431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81BBF5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A6DD6641-4520-4DC7-B0A7-7229EA468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628" y="2446165"/>
              <a:ext cx="1771716" cy="436289"/>
            </a:xfrm>
            <a:custGeom>
              <a:avLst/>
              <a:gdLst>
                <a:gd name="T0" fmla="*/ 1360 w 1720"/>
                <a:gd name="T1" fmla="*/ 232 h 968"/>
                <a:gd name="T2" fmla="*/ 0 w 1720"/>
                <a:gd name="T3" fmla="*/ 968 h 968"/>
                <a:gd name="T4" fmla="*/ 1336 w 1720"/>
                <a:gd name="T5" fmla="*/ 968 h 968"/>
                <a:gd name="T6" fmla="*/ 1720 w 1720"/>
                <a:gd name="T7" fmla="*/ 0 h 968"/>
                <a:gd name="T8" fmla="*/ 1624 w 1720"/>
                <a:gd name="T9" fmla="*/ 0 h 968"/>
                <a:gd name="T10" fmla="*/ 1000 w 1720"/>
                <a:gd name="T11" fmla="*/ 240 h 968"/>
                <a:gd name="T12" fmla="*/ 1360 w 1720"/>
                <a:gd name="T13" fmla="*/ 232 h 9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20"/>
                <a:gd name="T22" fmla="*/ 0 h 968"/>
                <a:gd name="T23" fmla="*/ 1720 w 1720"/>
                <a:gd name="T24" fmla="*/ 968 h 9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20" h="968">
                  <a:moveTo>
                    <a:pt x="1360" y="232"/>
                  </a:moveTo>
                  <a:lnTo>
                    <a:pt x="0" y="968"/>
                  </a:lnTo>
                  <a:lnTo>
                    <a:pt x="1336" y="968"/>
                  </a:lnTo>
                  <a:lnTo>
                    <a:pt x="1720" y="0"/>
                  </a:lnTo>
                  <a:lnTo>
                    <a:pt x="1624" y="0"/>
                  </a:lnTo>
                  <a:lnTo>
                    <a:pt x="1000" y="240"/>
                  </a:lnTo>
                  <a:lnTo>
                    <a:pt x="1360" y="232"/>
                  </a:lnTo>
                  <a:close/>
                </a:path>
              </a:pathLst>
            </a:custGeom>
            <a:gradFill rotWithShape="0">
              <a:gsLst>
                <a:gs pos="0">
                  <a:srgbClr val="81BBF5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360A9AF9-938F-47B2-B16F-EE2ED8F8825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846384" y="2446163"/>
              <a:ext cx="1771716" cy="436289"/>
            </a:xfrm>
            <a:custGeom>
              <a:avLst/>
              <a:gdLst>
                <a:gd name="T0" fmla="*/ 1360 w 1720"/>
                <a:gd name="T1" fmla="*/ 232 h 968"/>
                <a:gd name="T2" fmla="*/ 0 w 1720"/>
                <a:gd name="T3" fmla="*/ 968 h 968"/>
                <a:gd name="T4" fmla="*/ 1336 w 1720"/>
                <a:gd name="T5" fmla="*/ 968 h 968"/>
                <a:gd name="T6" fmla="*/ 1720 w 1720"/>
                <a:gd name="T7" fmla="*/ 0 h 968"/>
                <a:gd name="T8" fmla="*/ 1624 w 1720"/>
                <a:gd name="T9" fmla="*/ 0 h 968"/>
                <a:gd name="T10" fmla="*/ 1000 w 1720"/>
                <a:gd name="T11" fmla="*/ 240 h 968"/>
                <a:gd name="T12" fmla="*/ 1360 w 1720"/>
                <a:gd name="T13" fmla="*/ 232 h 9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20"/>
                <a:gd name="T22" fmla="*/ 0 h 968"/>
                <a:gd name="T23" fmla="*/ 1720 w 1720"/>
                <a:gd name="T24" fmla="*/ 968 h 9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20" h="968">
                  <a:moveTo>
                    <a:pt x="1360" y="232"/>
                  </a:moveTo>
                  <a:lnTo>
                    <a:pt x="0" y="968"/>
                  </a:lnTo>
                  <a:lnTo>
                    <a:pt x="1336" y="968"/>
                  </a:lnTo>
                  <a:lnTo>
                    <a:pt x="1720" y="0"/>
                  </a:lnTo>
                  <a:lnTo>
                    <a:pt x="1624" y="0"/>
                  </a:lnTo>
                  <a:lnTo>
                    <a:pt x="1000" y="240"/>
                  </a:lnTo>
                  <a:lnTo>
                    <a:pt x="1360" y="232"/>
                  </a:lnTo>
                  <a:close/>
                </a:path>
              </a:pathLst>
            </a:custGeom>
            <a:gradFill rotWithShape="0">
              <a:gsLst>
                <a:gs pos="0">
                  <a:srgbClr val="81BBF5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9019B128-6329-4102-A0BA-00EED61CD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741" y="2378586"/>
              <a:ext cx="479118" cy="97114"/>
            </a:xfrm>
            <a:prstGeom prst="triangle">
              <a:avLst>
                <a:gd name="adj" fmla="val 50000"/>
              </a:avLst>
            </a:prstGeom>
            <a:solidFill>
              <a:srgbClr val="81BBF5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061FBA95-9533-454E-8C4C-51C434106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33" y="2443166"/>
              <a:ext cx="184150" cy="3819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latinLnBrk="0" hangingPunct="0"/>
              <a:endParaRPr kumimoji="0" lang="ko-KR" alt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17" name="AutoShape 22">
            <a:extLst>
              <a:ext uri="{FF2B5EF4-FFF2-40B4-BE49-F238E27FC236}">
                <a16:creationId xmlns:a16="http://schemas.microsoft.com/office/drawing/2014/main" id="{935F45DA-EBB2-46B6-9543-58BE2DEA2BC9}"/>
              </a:ext>
            </a:extLst>
          </p:cNvPr>
          <p:cNvSpPr>
            <a:spLocks/>
          </p:cNvSpPr>
          <p:nvPr/>
        </p:nvSpPr>
        <p:spPr bwMode="auto">
          <a:xfrm rot="16200000">
            <a:off x="3841185" y="139108"/>
            <a:ext cx="983570" cy="6282938"/>
          </a:xfrm>
          <a:prstGeom prst="rightBracket">
            <a:avLst>
              <a:gd name="adj" fmla="val 101524"/>
            </a:avLst>
          </a:prstGeom>
          <a:gradFill rotWithShape="0">
            <a:gsLst>
              <a:gs pos="34161">
                <a:srgbClr val="BCDEFF"/>
              </a:gs>
              <a:gs pos="16247">
                <a:srgbClr val="AAD4FF"/>
              </a:gs>
              <a:gs pos="44150">
                <a:srgbClr val="C6E3FF"/>
              </a:gs>
              <a:gs pos="72522">
                <a:srgbClr val="E3F1FF"/>
              </a:gs>
              <a:gs pos="50400">
                <a:srgbClr val="CCE6FF"/>
              </a:gs>
              <a:gs pos="0">
                <a:srgbClr val="99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18" name="Group 459">
            <a:extLst>
              <a:ext uri="{FF2B5EF4-FFF2-40B4-BE49-F238E27FC236}">
                <a16:creationId xmlns:a16="http://schemas.microsoft.com/office/drawing/2014/main" id="{8373A93F-AD43-45AA-B425-6F9D7EA25E1B}"/>
              </a:ext>
            </a:extLst>
          </p:cNvPr>
          <p:cNvGrpSpPr>
            <a:grpSpLocks/>
          </p:cNvGrpSpPr>
          <p:nvPr/>
        </p:nvGrpSpPr>
        <p:grpSpPr bwMode="auto">
          <a:xfrm>
            <a:off x="495023" y="3474603"/>
            <a:ext cx="7680366" cy="2612064"/>
            <a:chOff x="578" y="2168"/>
            <a:chExt cx="3272" cy="2010"/>
          </a:xfrm>
        </p:grpSpPr>
        <p:sp>
          <p:nvSpPr>
            <p:cNvPr id="19" name="AutoShape 460">
              <a:extLst>
                <a:ext uri="{FF2B5EF4-FFF2-40B4-BE49-F238E27FC236}">
                  <a16:creationId xmlns:a16="http://schemas.microsoft.com/office/drawing/2014/main" id="{086A7C40-6239-4D84-B40A-79CDBD428EA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78" y="3234"/>
              <a:ext cx="1331" cy="944"/>
            </a:xfrm>
            <a:prstGeom prst="parallelogram">
              <a:avLst>
                <a:gd name="adj" fmla="val 15033"/>
              </a:avLst>
            </a:prstGeom>
            <a:solidFill>
              <a:srgbClr val="C7EC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Freeform 461">
              <a:extLst>
                <a:ext uri="{FF2B5EF4-FFF2-40B4-BE49-F238E27FC236}">
                  <a16:creationId xmlns:a16="http://schemas.microsoft.com/office/drawing/2014/main" id="{EA566F53-25D9-408A-B1AD-49E8B3173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3040"/>
              <a:ext cx="1522" cy="195"/>
            </a:xfrm>
            <a:custGeom>
              <a:avLst/>
              <a:gdLst>
                <a:gd name="T0" fmla="*/ 0 w 2915"/>
                <a:gd name="T1" fmla="*/ 288 h 288"/>
                <a:gd name="T2" fmla="*/ 2269 w 2915"/>
                <a:gd name="T3" fmla="*/ 288 h 288"/>
                <a:gd name="T4" fmla="*/ 2915 w 2915"/>
                <a:gd name="T5" fmla="*/ 0 h 288"/>
                <a:gd name="T6" fmla="*/ 2164 w 2915"/>
                <a:gd name="T7" fmla="*/ 0 h 288"/>
                <a:gd name="T8" fmla="*/ 0 w 2915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5" h="288">
                  <a:moveTo>
                    <a:pt x="0" y="288"/>
                  </a:moveTo>
                  <a:lnTo>
                    <a:pt x="2269" y="288"/>
                  </a:lnTo>
                  <a:lnTo>
                    <a:pt x="2915" y="0"/>
                  </a:lnTo>
                  <a:lnTo>
                    <a:pt x="2164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CBE9ED"/>
                </a:gs>
                <a:gs pos="100000">
                  <a:srgbClr val="7BBED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Freeform 462">
              <a:extLst>
                <a:ext uri="{FF2B5EF4-FFF2-40B4-BE49-F238E27FC236}">
                  <a16:creationId xmlns:a16="http://schemas.microsoft.com/office/drawing/2014/main" id="{E7282D9B-DA6D-48BD-88C5-2A43A7C14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034"/>
              <a:ext cx="343" cy="1139"/>
            </a:xfrm>
            <a:custGeom>
              <a:avLst/>
              <a:gdLst>
                <a:gd name="T0" fmla="*/ 619 w 619"/>
                <a:gd name="T1" fmla="*/ 0 h 1684"/>
                <a:gd name="T2" fmla="*/ 619 w 619"/>
                <a:gd name="T3" fmla="*/ 183 h 1684"/>
                <a:gd name="T4" fmla="*/ 279 w 619"/>
                <a:gd name="T5" fmla="*/ 1684 h 1684"/>
                <a:gd name="T6" fmla="*/ 0 w 619"/>
                <a:gd name="T7" fmla="*/ 296 h 1684"/>
                <a:gd name="T8" fmla="*/ 619 w 619"/>
                <a:gd name="T9" fmla="*/ 0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1684">
                  <a:moveTo>
                    <a:pt x="619" y="0"/>
                  </a:moveTo>
                  <a:lnTo>
                    <a:pt x="619" y="183"/>
                  </a:lnTo>
                  <a:lnTo>
                    <a:pt x="279" y="1684"/>
                  </a:lnTo>
                  <a:lnTo>
                    <a:pt x="0" y="296"/>
                  </a:lnTo>
                  <a:lnTo>
                    <a:pt x="619" y="0"/>
                  </a:lnTo>
                  <a:close/>
                </a:path>
              </a:pathLst>
            </a:custGeom>
            <a:gradFill rotWithShape="0">
              <a:gsLst>
                <a:gs pos="0">
                  <a:srgbClr val="7BBED3"/>
                </a:gs>
                <a:gs pos="100000">
                  <a:srgbClr val="CBE9ED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AutoShape 463">
              <a:extLst>
                <a:ext uri="{FF2B5EF4-FFF2-40B4-BE49-F238E27FC236}">
                  <a16:creationId xmlns:a16="http://schemas.microsoft.com/office/drawing/2014/main" id="{7954B562-5F3D-4B5C-A406-9B6EEC114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234"/>
              <a:ext cx="1330" cy="944"/>
            </a:xfrm>
            <a:prstGeom prst="parallelogram">
              <a:avLst>
                <a:gd name="adj" fmla="val 15022"/>
              </a:avLst>
            </a:prstGeom>
            <a:solidFill>
              <a:srgbClr val="C7EC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Freeform 464">
              <a:extLst>
                <a:ext uri="{FF2B5EF4-FFF2-40B4-BE49-F238E27FC236}">
                  <a16:creationId xmlns:a16="http://schemas.microsoft.com/office/drawing/2014/main" id="{812FE0F2-FD6C-49D1-BE14-8DD0C6F929B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27" y="3040"/>
              <a:ext cx="1522" cy="195"/>
            </a:xfrm>
            <a:custGeom>
              <a:avLst/>
              <a:gdLst>
                <a:gd name="T0" fmla="*/ 0 w 2915"/>
                <a:gd name="T1" fmla="*/ 288 h 288"/>
                <a:gd name="T2" fmla="*/ 2269 w 2915"/>
                <a:gd name="T3" fmla="*/ 288 h 288"/>
                <a:gd name="T4" fmla="*/ 2915 w 2915"/>
                <a:gd name="T5" fmla="*/ 0 h 288"/>
                <a:gd name="T6" fmla="*/ 2164 w 2915"/>
                <a:gd name="T7" fmla="*/ 0 h 288"/>
                <a:gd name="T8" fmla="*/ 0 w 2915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5" h="288">
                  <a:moveTo>
                    <a:pt x="0" y="288"/>
                  </a:moveTo>
                  <a:lnTo>
                    <a:pt x="2269" y="288"/>
                  </a:lnTo>
                  <a:lnTo>
                    <a:pt x="2915" y="0"/>
                  </a:lnTo>
                  <a:lnTo>
                    <a:pt x="2164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CBE9ED"/>
                </a:gs>
                <a:gs pos="100000">
                  <a:srgbClr val="7BBED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Freeform 465">
              <a:extLst>
                <a:ext uri="{FF2B5EF4-FFF2-40B4-BE49-F238E27FC236}">
                  <a16:creationId xmlns:a16="http://schemas.microsoft.com/office/drawing/2014/main" id="{23B98C3F-CECA-4E5D-8261-60A4CB55F2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27" y="3034"/>
              <a:ext cx="343" cy="1139"/>
            </a:xfrm>
            <a:custGeom>
              <a:avLst/>
              <a:gdLst>
                <a:gd name="T0" fmla="*/ 619 w 619"/>
                <a:gd name="T1" fmla="*/ 0 h 1684"/>
                <a:gd name="T2" fmla="*/ 619 w 619"/>
                <a:gd name="T3" fmla="*/ 183 h 1684"/>
                <a:gd name="T4" fmla="*/ 279 w 619"/>
                <a:gd name="T5" fmla="*/ 1684 h 1684"/>
                <a:gd name="T6" fmla="*/ 0 w 619"/>
                <a:gd name="T7" fmla="*/ 296 h 1684"/>
                <a:gd name="T8" fmla="*/ 619 w 619"/>
                <a:gd name="T9" fmla="*/ 0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1684">
                  <a:moveTo>
                    <a:pt x="619" y="0"/>
                  </a:moveTo>
                  <a:lnTo>
                    <a:pt x="619" y="183"/>
                  </a:lnTo>
                  <a:lnTo>
                    <a:pt x="279" y="1684"/>
                  </a:lnTo>
                  <a:lnTo>
                    <a:pt x="0" y="296"/>
                  </a:lnTo>
                  <a:lnTo>
                    <a:pt x="619" y="0"/>
                  </a:lnTo>
                  <a:close/>
                </a:path>
              </a:pathLst>
            </a:custGeom>
            <a:gradFill rotWithShape="0">
              <a:gsLst>
                <a:gs pos="0">
                  <a:srgbClr val="CBE9ED"/>
                </a:gs>
                <a:gs pos="100000">
                  <a:srgbClr val="7BBED3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" name="AutoShape 466">
              <a:extLst>
                <a:ext uri="{FF2B5EF4-FFF2-40B4-BE49-F238E27FC236}">
                  <a16:creationId xmlns:a16="http://schemas.microsoft.com/office/drawing/2014/main" id="{AE303A5F-77E7-4F2E-9138-96A0AC885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2168"/>
              <a:ext cx="1331" cy="944"/>
            </a:xfrm>
            <a:prstGeom prst="parallelogram">
              <a:avLst>
                <a:gd name="adj" fmla="val 15033"/>
              </a:avLst>
            </a:prstGeom>
            <a:solidFill>
              <a:srgbClr val="C7EC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Freeform 467">
              <a:extLst>
                <a:ext uri="{FF2B5EF4-FFF2-40B4-BE49-F238E27FC236}">
                  <a16:creationId xmlns:a16="http://schemas.microsoft.com/office/drawing/2014/main" id="{6A9BFF17-9E63-4798-BC40-18558041A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69"/>
              <a:ext cx="339" cy="937"/>
            </a:xfrm>
            <a:custGeom>
              <a:avLst/>
              <a:gdLst>
                <a:gd name="T0" fmla="*/ 262 w 646"/>
                <a:gd name="T1" fmla="*/ 0 h 1387"/>
                <a:gd name="T2" fmla="*/ 646 w 646"/>
                <a:gd name="T3" fmla="*/ 986 h 1387"/>
                <a:gd name="T4" fmla="*/ 646 w 646"/>
                <a:gd name="T5" fmla="*/ 1117 h 1387"/>
                <a:gd name="T6" fmla="*/ 0 w 646"/>
                <a:gd name="T7" fmla="*/ 1387 h 1387"/>
                <a:gd name="T8" fmla="*/ 262 w 646"/>
                <a:gd name="T9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387">
                  <a:moveTo>
                    <a:pt x="262" y="0"/>
                  </a:moveTo>
                  <a:lnTo>
                    <a:pt x="646" y="986"/>
                  </a:lnTo>
                  <a:lnTo>
                    <a:pt x="646" y="1117"/>
                  </a:lnTo>
                  <a:lnTo>
                    <a:pt x="0" y="1387"/>
                  </a:lnTo>
                  <a:lnTo>
                    <a:pt x="262" y="0"/>
                  </a:lnTo>
                  <a:close/>
                </a:path>
              </a:pathLst>
            </a:custGeom>
            <a:gradFill rotWithShape="0">
              <a:gsLst>
                <a:gs pos="0">
                  <a:srgbClr val="7BBED3"/>
                </a:gs>
                <a:gs pos="100000">
                  <a:srgbClr val="CBE9ED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" name="AutoShape 468">
              <a:extLst>
                <a:ext uri="{FF2B5EF4-FFF2-40B4-BE49-F238E27FC236}">
                  <a16:creationId xmlns:a16="http://schemas.microsoft.com/office/drawing/2014/main" id="{13778475-6606-4EF4-9E03-FE49CF5A7E5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17" y="2168"/>
              <a:ext cx="1331" cy="944"/>
            </a:xfrm>
            <a:prstGeom prst="parallelogram">
              <a:avLst>
                <a:gd name="adj" fmla="val 15033"/>
              </a:avLst>
            </a:prstGeom>
            <a:solidFill>
              <a:srgbClr val="C7ECE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8" name="Freeform 469">
              <a:extLst>
                <a:ext uri="{FF2B5EF4-FFF2-40B4-BE49-F238E27FC236}">
                  <a16:creationId xmlns:a16="http://schemas.microsoft.com/office/drawing/2014/main" id="{2C9EF221-9DA3-43CC-BCEF-FE6B0BA2E6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21" y="2169"/>
              <a:ext cx="337" cy="937"/>
            </a:xfrm>
            <a:custGeom>
              <a:avLst/>
              <a:gdLst>
                <a:gd name="T0" fmla="*/ 262 w 646"/>
                <a:gd name="T1" fmla="*/ 0 h 1387"/>
                <a:gd name="T2" fmla="*/ 646 w 646"/>
                <a:gd name="T3" fmla="*/ 986 h 1387"/>
                <a:gd name="T4" fmla="*/ 646 w 646"/>
                <a:gd name="T5" fmla="*/ 1117 h 1387"/>
                <a:gd name="T6" fmla="*/ 0 w 646"/>
                <a:gd name="T7" fmla="*/ 1387 h 1387"/>
                <a:gd name="T8" fmla="*/ 262 w 646"/>
                <a:gd name="T9" fmla="*/ 0 h 1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6" h="1387">
                  <a:moveTo>
                    <a:pt x="262" y="0"/>
                  </a:moveTo>
                  <a:lnTo>
                    <a:pt x="646" y="986"/>
                  </a:lnTo>
                  <a:lnTo>
                    <a:pt x="646" y="1117"/>
                  </a:lnTo>
                  <a:lnTo>
                    <a:pt x="0" y="1387"/>
                  </a:lnTo>
                  <a:lnTo>
                    <a:pt x="262" y="0"/>
                  </a:lnTo>
                  <a:close/>
                </a:path>
              </a:pathLst>
            </a:custGeom>
            <a:gradFill rotWithShape="0">
              <a:gsLst>
                <a:gs pos="0">
                  <a:srgbClr val="CBE9ED"/>
                </a:gs>
                <a:gs pos="100000">
                  <a:srgbClr val="7BBED3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6699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BE9ED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9" name="Oval 470">
              <a:extLst>
                <a:ext uri="{FF2B5EF4-FFF2-40B4-BE49-F238E27FC236}">
                  <a16:creationId xmlns:a16="http://schemas.microsoft.com/office/drawing/2014/main" id="{9C879323-C057-4C8D-82F3-D87B40E32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" y="2570"/>
              <a:ext cx="863" cy="1153"/>
            </a:xfrm>
            <a:prstGeom prst="ellipse">
              <a:avLst/>
            </a:prstGeom>
            <a:gradFill rotWithShape="0">
              <a:gsLst>
                <a:gs pos="0">
                  <a:srgbClr val="45A3C1"/>
                </a:gs>
                <a:gs pos="50000">
                  <a:srgbClr val="DDF5F7"/>
                </a:gs>
                <a:gs pos="100000">
                  <a:srgbClr val="45A3C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6699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DDF5F7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" name="Oval 471">
              <a:extLst>
                <a:ext uri="{FF2B5EF4-FFF2-40B4-BE49-F238E27FC236}">
                  <a16:creationId xmlns:a16="http://schemas.microsoft.com/office/drawing/2014/main" id="{8567524C-57D4-48B1-93A1-117EFE2EB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" y="2660"/>
              <a:ext cx="806" cy="97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3366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AutoShape 472">
              <a:extLst>
                <a:ext uri="{FF2B5EF4-FFF2-40B4-BE49-F238E27FC236}">
                  <a16:creationId xmlns:a16="http://schemas.microsoft.com/office/drawing/2014/main" id="{699290C9-CF9F-470A-9197-86F8D8233E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25" y="3398"/>
              <a:ext cx="1251" cy="756"/>
            </a:xfrm>
            <a:prstGeom prst="parallelogram">
              <a:avLst>
                <a:gd name="adj" fmla="val 15651"/>
              </a:avLst>
            </a:prstGeom>
            <a:gradFill rotWithShape="0">
              <a:gsLst>
                <a:gs pos="0">
                  <a:srgbClr val="DDF5F7">
                    <a:gamma/>
                    <a:tint val="0"/>
                    <a:invGamma/>
                  </a:srgbClr>
                </a:gs>
                <a:gs pos="100000">
                  <a:srgbClr val="DDF5F7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DDF5F7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6699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" name="AutoShape 473">
              <a:extLst>
                <a:ext uri="{FF2B5EF4-FFF2-40B4-BE49-F238E27FC236}">
                  <a16:creationId xmlns:a16="http://schemas.microsoft.com/office/drawing/2014/main" id="{DB8BA4E9-4F41-47D4-B34E-A22A3FBE7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3398"/>
              <a:ext cx="1245" cy="756"/>
            </a:xfrm>
            <a:prstGeom prst="parallelogram">
              <a:avLst>
                <a:gd name="adj" fmla="val 16666"/>
              </a:avLst>
            </a:prstGeom>
            <a:gradFill rotWithShape="0">
              <a:gsLst>
                <a:gs pos="0">
                  <a:srgbClr val="DDF5F7">
                    <a:gamma/>
                    <a:tint val="0"/>
                    <a:invGamma/>
                  </a:srgbClr>
                </a:gs>
                <a:gs pos="100000">
                  <a:srgbClr val="DDF5F7"/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DDF5F7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rgbClr val="6699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3" name="AutoShape 474">
              <a:extLst>
                <a:ext uri="{FF2B5EF4-FFF2-40B4-BE49-F238E27FC236}">
                  <a16:creationId xmlns:a16="http://schemas.microsoft.com/office/drawing/2014/main" id="{EF5A06D8-D85E-4B4E-B4F0-B9B5C2C821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625" y="2189"/>
              <a:ext cx="1236" cy="755"/>
            </a:xfrm>
            <a:prstGeom prst="parallelogram">
              <a:avLst>
                <a:gd name="adj" fmla="val 15514"/>
              </a:avLst>
            </a:prstGeom>
            <a:gradFill rotWithShape="0">
              <a:gsLst>
                <a:gs pos="0">
                  <a:srgbClr val="DDF5F7"/>
                </a:gs>
                <a:gs pos="100000">
                  <a:srgbClr val="DDF5F7">
                    <a:gamma/>
                    <a:tint val="0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DDF5F7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rgbClr val="6699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" name="AutoShape 475">
              <a:extLst>
                <a:ext uri="{FF2B5EF4-FFF2-40B4-BE49-F238E27FC236}">
                  <a16:creationId xmlns:a16="http://schemas.microsoft.com/office/drawing/2014/main" id="{C5281D60-63A4-4ED3-9C09-276BF1B296E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553" y="2189"/>
              <a:ext cx="1245" cy="755"/>
            </a:xfrm>
            <a:prstGeom prst="parallelogram">
              <a:avLst>
                <a:gd name="adj" fmla="val 15284"/>
              </a:avLst>
            </a:prstGeom>
            <a:gradFill rotWithShape="0">
              <a:gsLst>
                <a:gs pos="0">
                  <a:srgbClr val="DDF5F7"/>
                </a:gs>
                <a:gs pos="100000">
                  <a:srgbClr val="DDF5F7">
                    <a:gamma/>
                    <a:tint val="0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>
              <a:prstShdw prst="shdw18" dist="17961" dir="13500000">
                <a:srgbClr val="DDF5F7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 algn="ctr">
                  <a:solidFill>
                    <a:srgbClr val="6699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5" name="Text Box 39">
            <a:extLst>
              <a:ext uri="{FF2B5EF4-FFF2-40B4-BE49-F238E27FC236}">
                <a16:creationId xmlns:a16="http://schemas.microsoft.com/office/drawing/2014/main" id="{10F80AC3-F661-4747-B435-8A90CB4B8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2038" y="5776377"/>
            <a:ext cx="2283088" cy="3247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ko-KR" altLang="en-US" sz="1400" dirty="0">
                <a:latin typeface="HY헤드라인M" pitchFamily="18" charset="-127"/>
                <a:ea typeface="HY헤드라인M" pitchFamily="18" charset="-127"/>
              </a:rPr>
              <a:t>기대효과 </a:t>
            </a:r>
          </a:p>
        </p:txBody>
      </p:sp>
      <p:sp>
        <p:nvSpPr>
          <p:cNvPr id="36" name="Text Box 40">
            <a:extLst>
              <a:ext uri="{FF2B5EF4-FFF2-40B4-BE49-F238E27FC236}">
                <a16:creationId xmlns:a16="http://schemas.microsoft.com/office/drawing/2014/main" id="{B8BB1986-DB03-475A-BA56-1DEEDC747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942" y="4440741"/>
            <a:ext cx="1879017" cy="27445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ko-KR" altLang="en-US" sz="1400" dirty="0">
                <a:latin typeface="HY헤드라인M" pitchFamily="18" charset="-127"/>
                <a:ea typeface="HY헤드라인M" pitchFamily="18" charset="-127"/>
              </a:rPr>
              <a:t>소프트웨어</a:t>
            </a: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9D17E764-5545-4E1C-BB9C-563210D4D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21" y="3573016"/>
            <a:ext cx="312190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 웹 기반 알약 이미지 분류 서비스 구현</a:t>
            </a:r>
            <a:r>
              <a:rPr kumimoji="0" lang="en-US" altLang="ko-KR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이미지 업로드 기능 제공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AI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모델 기반 알약 분류 기능 제공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모델 학습 기능 제공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8" name="그룹 36">
            <a:extLst>
              <a:ext uri="{FF2B5EF4-FFF2-40B4-BE49-F238E27FC236}">
                <a16:creationId xmlns:a16="http://schemas.microsoft.com/office/drawing/2014/main" id="{D3CD7719-4C9E-4FD9-967E-F9FE4302E52A}"/>
              </a:ext>
            </a:extLst>
          </p:cNvPr>
          <p:cNvGrpSpPr/>
          <p:nvPr/>
        </p:nvGrpSpPr>
        <p:grpSpPr>
          <a:xfrm>
            <a:off x="495022" y="1332164"/>
            <a:ext cx="7680366" cy="876515"/>
            <a:chOff x="1289010" y="1280607"/>
            <a:chExt cx="6479199" cy="922916"/>
          </a:xfrm>
        </p:grpSpPr>
        <p:sp>
          <p:nvSpPr>
            <p:cNvPr id="39" name="AutoShape 42">
              <a:extLst>
                <a:ext uri="{FF2B5EF4-FFF2-40B4-BE49-F238E27FC236}">
                  <a16:creationId xmlns:a16="http://schemas.microsoft.com/office/drawing/2014/main" id="{82423D5E-D520-4F4E-998B-BE05CA4CE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010" y="1280607"/>
              <a:ext cx="6479199" cy="922916"/>
            </a:xfrm>
            <a:prstGeom prst="roundRect">
              <a:avLst>
                <a:gd name="adj" fmla="val 50000"/>
              </a:avLst>
            </a:prstGeom>
            <a:solidFill>
              <a:srgbClr val="6CACDC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0" name="AutoShape 43">
              <a:extLst>
                <a:ext uri="{FF2B5EF4-FFF2-40B4-BE49-F238E27FC236}">
                  <a16:creationId xmlns:a16="http://schemas.microsoft.com/office/drawing/2014/main" id="{FB3F9070-BE60-4DBB-81CB-4FCE2A4A6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941" y="1335762"/>
              <a:ext cx="6327850" cy="83099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AutoShape 44">
              <a:extLst>
                <a:ext uri="{FF2B5EF4-FFF2-40B4-BE49-F238E27FC236}">
                  <a16:creationId xmlns:a16="http://schemas.microsoft.com/office/drawing/2014/main" id="{CF67F950-31D3-4686-8315-08AD6752C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700" y="1324731"/>
              <a:ext cx="2908072" cy="812607"/>
            </a:xfrm>
            <a:prstGeom prst="roundRect">
              <a:avLst>
                <a:gd name="adj" fmla="val 50000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ko-KR" sz="1300" b="0">
                <a:solidFill>
                  <a:srgbClr val="111137"/>
                </a:solidFill>
                <a:latin typeface="(한)문화방송" pitchFamily="18" charset="-127"/>
                <a:ea typeface="(한)문화방송" pitchFamily="18" charset="-127"/>
              </a:endParaRPr>
            </a:p>
          </p:txBody>
        </p:sp>
      </p:grpSp>
      <p:sp>
        <p:nvSpPr>
          <p:cNvPr id="42" name="Text Box 16">
            <a:extLst>
              <a:ext uri="{FF2B5EF4-FFF2-40B4-BE49-F238E27FC236}">
                <a16:creationId xmlns:a16="http://schemas.microsoft.com/office/drawing/2014/main" id="{0559ADA4-7FB6-45F4-B971-2B20253F9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2" y="1460242"/>
            <a:ext cx="711079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0"/>
            <a:r>
              <a:rPr lang="ko-KR" altLang="en-US" sz="16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사용자가 </a:t>
            </a:r>
            <a:r>
              <a:rPr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알약 이미지 </a:t>
            </a:r>
            <a:r>
              <a:rPr lang="ko-KR" altLang="en-US" sz="16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제공하면  </a:t>
            </a:r>
            <a:r>
              <a:rPr lang="en-US" altLang="ko-KR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AI</a:t>
            </a:r>
            <a:r>
              <a:rPr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모델</a:t>
            </a:r>
            <a:r>
              <a:rPr lang="ko-KR" altLang="en-US" sz="16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이 알약 분석하여 </a:t>
            </a:r>
            <a:r>
              <a:rPr lang="ko-KR" altLang="en-US" sz="1600" dirty="0" err="1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정보제공</a:t>
            </a:r>
            <a:r>
              <a:rPr lang="ko-KR" altLang="en-US" sz="1600" dirty="0" err="1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하는</a:t>
            </a:r>
            <a:r>
              <a:rPr lang="ko-KR" altLang="en-US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사용자 중심 서비스 구축</a:t>
            </a:r>
            <a:endParaRPr lang="en-US" altLang="ko-KR" sz="1600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0F0AF9-B142-48AF-9036-24000F86A18F}"/>
              </a:ext>
            </a:extLst>
          </p:cNvPr>
          <p:cNvSpPr txBox="1"/>
          <p:nvPr/>
        </p:nvSpPr>
        <p:spPr>
          <a:xfrm>
            <a:off x="3548144" y="4489956"/>
            <a:ext cx="1560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알약 이미지 분류</a:t>
            </a:r>
            <a:endParaRPr lang="en-US" altLang="ko-KR" sz="14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en-US" altLang="ko-KR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AI </a:t>
            </a:r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웹 서비스</a:t>
            </a:r>
          </a:p>
        </p:txBody>
      </p:sp>
      <p:sp>
        <p:nvSpPr>
          <p:cNvPr id="44" name="Text Box 39">
            <a:extLst>
              <a:ext uri="{FF2B5EF4-FFF2-40B4-BE49-F238E27FC236}">
                <a16:creationId xmlns:a16="http://schemas.microsoft.com/office/drawing/2014/main" id="{848F2B9D-02A7-4BBE-8B75-E2516D0AF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890" y="5776377"/>
            <a:ext cx="2283088" cy="3247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ko-KR" altLang="en-US" sz="1400" dirty="0">
                <a:latin typeface="HY헤드라인M" pitchFamily="18" charset="-127"/>
                <a:ea typeface="HY헤드라인M" pitchFamily="18" charset="-127"/>
              </a:rPr>
              <a:t>발전 방향</a:t>
            </a:r>
          </a:p>
        </p:txBody>
      </p:sp>
      <p:sp>
        <p:nvSpPr>
          <p:cNvPr id="45" name="Text Box 39">
            <a:extLst>
              <a:ext uri="{FF2B5EF4-FFF2-40B4-BE49-F238E27FC236}">
                <a16:creationId xmlns:a16="http://schemas.microsoft.com/office/drawing/2014/main" id="{604646C0-E93A-4CE9-955C-E5E237196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72" y="4408225"/>
            <a:ext cx="2283088" cy="3247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r>
              <a:rPr lang="ko-KR" altLang="en-US" sz="1400" dirty="0">
                <a:latin typeface="HY헤드라인M" pitchFamily="18" charset="-127"/>
                <a:ea typeface="HY헤드라인M" pitchFamily="18" charset="-127"/>
              </a:rPr>
              <a:t>배경</a:t>
            </a:r>
          </a:p>
        </p:txBody>
      </p:sp>
      <p:sp>
        <p:nvSpPr>
          <p:cNvPr id="46" name="Text Box 16">
            <a:extLst>
              <a:ext uri="{FF2B5EF4-FFF2-40B4-BE49-F238E27FC236}">
                <a16:creationId xmlns:a16="http://schemas.microsoft.com/office/drawing/2014/main" id="{4A1D769E-5206-4E8F-9FE4-F029E375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02" y="3573016"/>
            <a:ext cx="268024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 약 복용의 안정성 확보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 약 정보 제공의 편리성 요구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 약 정보의 명확성 요구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 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AI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활용방안 요구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r>
              <a:rPr kumimoji="0" lang="en-US" altLang="ko-KR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latinLnBrk="0"/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 </a:t>
            </a:r>
          </a:p>
        </p:txBody>
      </p:sp>
      <p:sp>
        <p:nvSpPr>
          <p:cNvPr id="47" name="Text Box 16">
            <a:extLst>
              <a:ext uri="{FF2B5EF4-FFF2-40B4-BE49-F238E27FC236}">
                <a16:creationId xmlns:a16="http://schemas.microsoft.com/office/drawing/2014/main" id="{C2A0A072-9F27-452A-A07D-A120ACAE0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905" y="5066395"/>
            <a:ext cx="268024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알약 데이터 모델학습</a:t>
            </a:r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실시간 카메라 분석 기능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알약 정보 데이터베이스 연동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OCR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기반 각인 분자 인식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 Box 16">
            <a:extLst>
              <a:ext uri="{FF2B5EF4-FFF2-40B4-BE49-F238E27FC236}">
                <a16:creationId xmlns:a16="http://schemas.microsoft.com/office/drawing/2014/main" id="{366D6399-032A-4D58-8589-44F6781F5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986" y="5036983"/>
            <a:ext cx="26802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AI </a:t>
            </a:r>
            <a:r>
              <a:rPr kumimoji="0" lang="ko-KR" altLang="en-US" sz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이미지 분류 기술 학습</a:t>
            </a:r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웹 서비스 개발 경험 확보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 err="1">
                <a:latin typeface="맑은 고딕" pitchFamily="50" charset="-127"/>
                <a:ea typeface="맑은 고딕" pitchFamily="50" charset="-127"/>
              </a:rPr>
              <a:t>프론트엔드와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 err="1">
                <a:latin typeface="맑은 고딕" pitchFamily="50" charset="-127"/>
                <a:ea typeface="맑은 고딕" pitchFamily="50" charset="-127"/>
              </a:rPr>
              <a:t>백엔드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 연동 경험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latinLnBrk="0"/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▣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서비스 형태의 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AI ,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프로젝트 구현</a:t>
            </a:r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latinLnBrk="0"/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l" latinLnBrk="0"/>
            <a:endParaRPr kumimoji="0"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C09A42C-0F97-45F5-81B3-8BA20B46A2CE}"/>
              </a:ext>
            </a:extLst>
          </p:cNvPr>
          <p:cNvSpPr/>
          <p:nvPr/>
        </p:nvSpPr>
        <p:spPr>
          <a:xfrm>
            <a:off x="1714688" y="2977207"/>
            <a:ext cx="54705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약</a:t>
            </a:r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에 대한 정확한 </a:t>
            </a:r>
            <a:r>
              <a:rPr lang="ko-KR" altLang="en-US" sz="1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정보 제공으로 </a:t>
            </a:r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사용자 </a:t>
            </a:r>
            <a:r>
              <a:rPr lang="ko-KR" altLang="en-US" sz="1400" dirty="0" err="1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안정성</a:t>
            </a:r>
            <a:r>
              <a:rPr lang="ko-KR" altLang="en-US" sz="1400" dirty="0" err="1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및</a:t>
            </a:r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14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편리성</a:t>
            </a:r>
            <a:r>
              <a:rPr lang="ko-KR" altLang="en-US" sz="14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 확보</a:t>
            </a:r>
            <a:endParaRPr lang="en-US" altLang="ko-KR" sz="1400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558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범위도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C9E310-42F5-49C0-987B-A559A364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12776"/>
            <a:ext cx="6719664" cy="5688632"/>
          </a:xfrm>
          <a:prstGeom prst="rect">
            <a:avLst/>
          </a:prstGeom>
        </p:spPr>
      </p:pic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CD652A3-C81A-4446-9BD5-98277316A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244347"/>
              </p:ext>
            </p:extLst>
          </p:nvPr>
        </p:nvGraphicFramePr>
        <p:xfrm>
          <a:off x="5385048" y="1412776"/>
          <a:ext cx="3229992" cy="4104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664">
                  <a:extLst>
                    <a:ext uri="{9D8B030D-6E8A-4147-A177-3AD203B41FA5}">
                      <a16:colId xmlns:a16="http://schemas.microsoft.com/office/drawing/2014/main" val="3083636194"/>
                    </a:ext>
                  </a:extLst>
                </a:gridCol>
                <a:gridCol w="2153328">
                  <a:extLst>
                    <a:ext uri="{9D8B030D-6E8A-4147-A177-3AD203B41FA5}">
                      <a16:colId xmlns:a16="http://schemas.microsoft.com/office/drawing/2014/main" val="583394113"/>
                    </a:ext>
                  </a:extLst>
                </a:gridCol>
              </a:tblGrid>
              <a:tr h="5863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액터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109684"/>
                  </a:ext>
                </a:extLst>
              </a:tr>
              <a:tr h="11727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알약 이미지 제공</a:t>
                      </a:r>
                      <a:endParaRPr lang="en-US" altLang="ko-KR" sz="1400" b="0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알약 정보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516843"/>
                  </a:ext>
                </a:extLst>
              </a:tr>
              <a:tr h="11727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제조사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알약 제공</a:t>
                      </a:r>
                      <a:endParaRPr lang="en-US" altLang="ko-KR" sz="1400" b="0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고객 요구사항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472646"/>
                  </a:ext>
                </a:extLst>
              </a:tr>
              <a:tr h="11727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운영사</a:t>
                      </a:r>
                      <a:endParaRPr lang="ko-KR" altLang="en-US" sz="1400" b="1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알약 이미지 가공</a:t>
                      </a:r>
                      <a:endParaRPr lang="en-US" altLang="ko-KR" sz="1400" b="0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모델선정</a:t>
                      </a:r>
                      <a:endParaRPr lang="en-US" altLang="ko-KR" sz="1400" b="0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-</a:t>
                      </a:r>
                      <a:r>
                        <a:rPr lang="ko-KR" altLang="en-US" sz="1400" b="0" dirty="0">
                          <a:solidFill>
                            <a:srgbClr val="0070C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서비스 운영</a:t>
                      </a:r>
                      <a:endParaRPr lang="en-US" altLang="ko-KR" sz="1400" b="0" dirty="0">
                        <a:solidFill>
                          <a:srgbClr val="0070C0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700707"/>
                  </a:ext>
                </a:extLst>
              </a:tr>
            </a:tbl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D4A1AD0F-C12C-418D-A6E4-D616E877D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497" y="5805264"/>
            <a:ext cx="80793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0"/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스마트폰으로 촬영한 </a:t>
            </a:r>
            <a:r>
              <a:rPr kumimoji="0"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알약 이미지</a:t>
            </a:r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를 웹 서비스에 업로드하면 </a:t>
            </a:r>
            <a:r>
              <a:rPr kumimoji="0" lang="en-US" altLang="ko-KR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AI</a:t>
            </a:r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가 알약을 분석하여 </a:t>
            </a:r>
            <a:r>
              <a:rPr kumimoji="0"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알약 정보</a:t>
            </a:r>
            <a:r>
              <a:rPr kumimoji="0" lang="ko-KR" altLang="en-US" sz="1600" dirty="0">
                <a:latin typeface="HY헤드라인M" pitchFamily="18" charset="-127"/>
                <a:ea typeface="HY헤드라인M" pitchFamily="18" charset="-127"/>
              </a:rPr>
              <a:t>를 제공하는 </a:t>
            </a:r>
            <a:r>
              <a:rPr kumimoji="0" lang="ko-KR" altLang="en-US" sz="16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서비스</a:t>
            </a:r>
            <a:endParaRPr kumimoji="0" lang="en-US" altLang="ko-KR" sz="1600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11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시스템 구성도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9246C5-3284-4462-84A8-4D966001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1531137"/>
            <a:ext cx="9906000" cy="5317455"/>
          </a:xfrm>
          <a:prstGeom prst="rect">
            <a:avLst/>
          </a:prstGeom>
        </p:spPr>
      </p:pic>
      <p:sp>
        <p:nvSpPr>
          <p:cNvPr id="8" name="Text Box 16">
            <a:extLst>
              <a:ext uri="{FF2B5EF4-FFF2-40B4-BE49-F238E27FC236}">
                <a16:creationId xmlns:a16="http://schemas.microsoft.com/office/drawing/2014/main" id="{92E57EE5-4A44-47FA-B820-D0549AAF9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28" y="5264581"/>
            <a:ext cx="77120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latinLnBrk="0"/>
            <a:r>
              <a:rPr kumimoji="0" lang="en-US" altLang="ko-KR" sz="1600" dirty="0" err="1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os</a:t>
            </a:r>
            <a:r>
              <a:rPr kumimoji="0" lang="en-US" altLang="ko-KR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+</a:t>
            </a:r>
            <a:r>
              <a:rPr kumimoji="0" lang="ko-KR" altLang="en-US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플랫폼</a:t>
            </a:r>
            <a:r>
              <a:rPr kumimoji="0" lang="en-US" altLang="ko-KR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kumimoji="0" lang="ko-KR" altLang="en-US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프레임워크</a:t>
            </a:r>
            <a:r>
              <a:rPr kumimoji="0" lang="en-US" altLang="ko-KR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)+</a:t>
            </a:r>
            <a:r>
              <a:rPr kumimoji="0" lang="ko-KR" altLang="en-US" sz="1600" dirty="0" err="1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라이브러리등</a:t>
            </a:r>
            <a:r>
              <a:rPr kumimoji="0" lang="ko-KR" altLang="en-US" sz="1600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 총괄적인 설명 붙임</a:t>
            </a:r>
            <a:endParaRPr kumimoji="0" lang="en-US" altLang="ko-KR" sz="1600" dirty="0">
              <a:solidFill>
                <a:srgbClr val="0070C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소프트웨어 구성도</a:t>
            </a:r>
            <a:endParaRPr kumimoji="0" lang="ko-KR" altLang="en-US" sz="1200" dirty="0">
              <a:solidFill>
                <a:srgbClr val="00B0F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302F8A09-9B2C-4B62-A81A-D0A082AA80FB}"/>
              </a:ext>
            </a:extLst>
          </p:cNvPr>
          <p:cNvSpPr/>
          <p:nvPr/>
        </p:nvSpPr>
        <p:spPr>
          <a:xfrm rot="16200000">
            <a:off x="1957865" y="2725277"/>
            <a:ext cx="4680520" cy="2436571"/>
          </a:xfrm>
          <a:prstGeom prst="corner">
            <a:avLst>
              <a:gd name="adj1" fmla="val 43979"/>
              <a:gd name="adj2" fmla="val 221832"/>
            </a:avLst>
          </a:prstGeom>
          <a:noFill/>
          <a:ln w="12700">
            <a:solidFill>
              <a:srgbClr val="CC66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TextBox 154">
            <a:extLst>
              <a:ext uri="{FF2B5EF4-FFF2-40B4-BE49-F238E27FC236}">
                <a16:creationId xmlns:a16="http://schemas.microsoft.com/office/drawing/2014/main" id="{44A617B1-14F1-403E-B106-1168D822F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798" y="1201389"/>
            <a:ext cx="2308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Client(</a:t>
            </a:r>
            <a:r>
              <a:rPr lang="ko-KR" altLang="en-US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제조사</a:t>
            </a:r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B2ABFAA-1587-4D84-934C-47B2045A2D54}"/>
              </a:ext>
            </a:extLst>
          </p:cNvPr>
          <p:cNvGrpSpPr/>
          <p:nvPr/>
        </p:nvGrpSpPr>
        <p:grpSpPr>
          <a:xfrm>
            <a:off x="5817096" y="1835823"/>
            <a:ext cx="214312" cy="4315833"/>
            <a:chOff x="6155482" y="1471627"/>
            <a:chExt cx="214312" cy="3756025"/>
          </a:xfrm>
        </p:grpSpPr>
        <p:cxnSp>
          <p:nvCxnSpPr>
            <p:cNvPr id="9" name="Shape 119">
              <a:extLst>
                <a:ext uri="{FF2B5EF4-FFF2-40B4-BE49-F238E27FC236}">
                  <a16:creationId xmlns:a16="http://schemas.microsoft.com/office/drawing/2014/main" id="{3A0BF263-9437-432D-8971-CB22A3537660}"/>
                </a:ext>
              </a:extLst>
            </p:cNvPr>
            <p:cNvCxnSpPr/>
            <p:nvPr/>
          </p:nvCxnSpPr>
          <p:spPr>
            <a:xfrm rot="10800000" flipV="1">
              <a:off x="6155482" y="1477977"/>
              <a:ext cx="209550" cy="0"/>
            </a:xfrm>
            <a:prstGeom prst="bentConnector3">
              <a:avLst>
                <a:gd name="adj1" fmla="val 50000"/>
              </a:avLst>
            </a:prstGeom>
            <a:ln w="101600"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hape 119">
              <a:extLst>
                <a:ext uri="{FF2B5EF4-FFF2-40B4-BE49-F238E27FC236}">
                  <a16:creationId xmlns:a16="http://schemas.microsoft.com/office/drawing/2014/main" id="{013DC955-7EED-4B93-B2E3-7171299F3DED}"/>
                </a:ext>
              </a:extLst>
            </p:cNvPr>
            <p:cNvCxnSpPr/>
            <p:nvPr/>
          </p:nvCxnSpPr>
          <p:spPr>
            <a:xfrm rot="16200000" flipV="1">
              <a:off x="4377482" y="3343289"/>
              <a:ext cx="3746500" cy="317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hape 119">
              <a:extLst>
                <a:ext uri="{FF2B5EF4-FFF2-40B4-BE49-F238E27FC236}">
                  <a16:creationId xmlns:a16="http://schemas.microsoft.com/office/drawing/2014/main" id="{6838BE11-ED0E-4E57-8193-1DDFD48ACECF}"/>
                </a:ext>
              </a:extLst>
            </p:cNvPr>
            <p:cNvCxnSpPr/>
            <p:nvPr/>
          </p:nvCxnSpPr>
          <p:spPr>
            <a:xfrm rot="10800000" flipV="1">
              <a:off x="6160244" y="5227652"/>
              <a:ext cx="209550" cy="0"/>
            </a:xfrm>
            <a:prstGeom prst="bentConnector3">
              <a:avLst>
                <a:gd name="adj1" fmla="val 50000"/>
              </a:avLst>
            </a:prstGeom>
            <a:ln w="101600"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84D6F08-A9E4-4A7F-AAFC-5BE3FC607F79}"/>
              </a:ext>
            </a:extLst>
          </p:cNvPr>
          <p:cNvGrpSpPr/>
          <p:nvPr/>
        </p:nvGrpSpPr>
        <p:grpSpPr>
          <a:xfrm>
            <a:off x="2650456" y="1835824"/>
            <a:ext cx="214312" cy="4325622"/>
            <a:chOff x="1546970" y="1484783"/>
            <a:chExt cx="214312" cy="3756025"/>
          </a:xfrm>
        </p:grpSpPr>
        <p:cxnSp>
          <p:nvCxnSpPr>
            <p:cNvPr id="14" name="Shape 119">
              <a:extLst>
                <a:ext uri="{FF2B5EF4-FFF2-40B4-BE49-F238E27FC236}">
                  <a16:creationId xmlns:a16="http://schemas.microsoft.com/office/drawing/2014/main" id="{B14B308A-C29B-411F-9458-56B7959FBEA6}"/>
                </a:ext>
              </a:extLst>
            </p:cNvPr>
            <p:cNvCxnSpPr/>
            <p:nvPr/>
          </p:nvCxnSpPr>
          <p:spPr>
            <a:xfrm rot="10800000" flipV="1">
              <a:off x="1546970" y="1491133"/>
              <a:ext cx="209550" cy="0"/>
            </a:xfrm>
            <a:prstGeom prst="bentConnector3">
              <a:avLst>
                <a:gd name="adj1" fmla="val 50000"/>
              </a:avLst>
            </a:prstGeom>
            <a:ln w="101600"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hape 119">
              <a:extLst>
                <a:ext uri="{FF2B5EF4-FFF2-40B4-BE49-F238E27FC236}">
                  <a16:creationId xmlns:a16="http://schemas.microsoft.com/office/drawing/2014/main" id="{7628771F-2502-4ED4-875E-CDEB73315173}"/>
                </a:ext>
              </a:extLst>
            </p:cNvPr>
            <p:cNvCxnSpPr/>
            <p:nvPr/>
          </p:nvCxnSpPr>
          <p:spPr>
            <a:xfrm rot="16200000" flipV="1">
              <a:off x="-231030" y="3356445"/>
              <a:ext cx="3746500" cy="317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hape 119">
              <a:extLst>
                <a:ext uri="{FF2B5EF4-FFF2-40B4-BE49-F238E27FC236}">
                  <a16:creationId xmlns:a16="http://schemas.microsoft.com/office/drawing/2014/main" id="{84603DCA-FB80-4CEC-9F8A-7337D65DF43B}"/>
                </a:ext>
              </a:extLst>
            </p:cNvPr>
            <p:cNvCxnSpPr/>
            <p:nvPr/>
          </p:nvCxnSpPr>
          <p:spPr>
            <a:xfrm rot="10800000" flipV="1">
              <a:off x="1551732" y="5240808"/>
              <a:ext cx="209550" cy="0"/>
            </a:xfrm>
            <a:prstGeom prst="bentConnector3">
              <a:avLst>
                <a:gd name="adj1" fmla="val 50000"/>
              </a:avLst>
            </a:prstGeom>
            <a:ln w="101600">
              <a:solidFill>
                <a:srgbClr val="339933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20DA03A-4762-4169-9544-EA21C469343D}"/>
              </a:ext>
            </a:extLst>
          </p:cNvPr>
          <p:cNvGrpSpPr/>
          <p:nvPr/>
        </p:nvGrpSpPr>
        <p:grpSpPr>
          <a:xfrm>
            <a:off x="219365" y="3156882"/>
            <a:ext cx="917211" cy="846313"/>
            <a:chOff x="416496" y="3465508"/>
            <a:chExt cx="917211" cy="846313"/>
          </a:xfrm>
        </p:grpSpPr>
        <p:sp>
          <p:nvSpPr>
            <p:cNvPr id="18" name="Oval 2">
              <a:extLst>
                <a:ext uri="{FF2B5EF4-FFF2-40B4-BE49-F238E27FC236}">
                  <a16:creationId xmlns:a16="http://schemas.microsoft.com/office/drawing/2014/main" id="{E6C3E6A8-E750-4055-A114-090581E9E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611" y="3465508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AE57D4D-C8BF-4C3F-BA78-61DD31485922}"/>
                </a:ext>
              </a:extLst>
            </p:cNvPr>
            <p:cNvSpPr/>
            <p:nvPr/>
          </p:nvSpPr>
          <p:spPr>
            <a:xfrm>
              <a:off x="416496" y="3717030"/>
              <a:ext cx="86409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이미지 송신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41FB73E-E204-4A89-930F-FA6660663501}"/>
              </a:ext>
            </a:extLst>
          </p:cNvPr>
          <p:cNvGrpSpPr/>
          <p:nvPr/>
        </p:nvGrpSpPr>
        <p:grpSpPr>
          <a:xfrm>
            <a:off x="1424608" y="3156882"/>
            <a:ext cx="864096" cy="846313"/>
            <a:chOff x="1468984" y="4544155"/>
            <a:chExt cx="864096" cy="846313"/>
          </a:xfrm>
        </p:grpSpPr>
        <p:sp>
          <p:nvSpPr>
            <p:cNvPr id="21" name="Oval 2">
              <a:extLst>
                <a:ext uri="{FF2B5EF4-FFF2-40B4-BE49-F238E27FC236}">
                  <a16:creationId xmlns:a16="http://schemas.microsoft.com/office/drawing/2014/main" id="{9A28AC28-E36B-4461-B8D3-409459D50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4B73A9E-6D9A-4A73-9EA2-8528B4427AA5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정보수신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7ACED3E-826D-4BCD-82D9-25E82F64660A}"/>
              </a:ext>
            </a:extLst>
          </p:cNvPr>
          <p:cNvGrpSpPr/>
          <p:nvPr/>
        </p:nvGrpSpPr>
        <p:grpSpPr>
          <a:xfrm>
            <a:off x="3315970" y="2996952"/>
            <a:ext cx="864096" cy="846313"/>
            <a:chOff x="1468984" y="4544155"/>
            <a:chExt cx="864096" cy="846313"/>
          </a:xfrm>
        </p:grpSpPr>
        <p:sp>
          <p:nvSpPr>
            <p:cNvPr id="24" name="Oval 2">
              <a:extLst>
                <a:ext uri="{FF2B5EF4-FFF2-40B4-BE49-F238E27FC236}">
                  <a16:creationId xmlns:a16="http://schemas.microsoft.com/office/drawing/2014/main" id="{4C58F459-1597-4514-9BE1-BDDA55722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2E7017F-11EF-4F9C-A1B0-40E875FA9520}"/>
                </a:ext>
              </a:extLst>
            </p:cNvPr>
            <p:cNvSpPr/>
            <p:nvPr/>
          </p:nvSpPr>
          <p:spPr>
            <a:xfrm>
              <a:off x="1468984" y="4795677"/>
              <a:ext cx="86409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이미지정보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D9A8A24-956B-45FD-86E7-DDF09AA93A41}"/>
              </a:ext>
            </a:extLst>
          </p:cNvPr>
          <p:cNvGrpSpPr/>
          <p:nvPr/>
        </p:nvGrpSpPr>
        <p:grpSpPr>
          <a:xfrm>
            <a:off x="4448944" y="2996952"/>
            <a:ext cx="864096" cy="846313"/>
            <a:chOff x="1468984" y="4544155"/>
            <a:chExt cx="864096" cy="846313"/>
          </a:xfrm>
        </p:grpSpPr>
        <p:sp>
          <p:nvSpPr>
            <p:cNvPr id="27" name="Oval 2">
              <a:extLst>
                <a:ext uri="{FF2B5EF4-FFF2-40B4-BE49-F238E27FC236}">
                  <a16:creationId xmlns:a16="http://schemas.microsoft.com/office/drawing/2014/main" id="{3779A04F-80ED-4DA6-8CD2-7072FB307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77439A5-DB4D-4F5C-8F09-61E131D843FB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모델학습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AAFC5F8-BD55-4C11-9064-7F90C1E66D4F}"/>
              </a:ext>
            </a:extLst>
          </p:cNvPr>
          <p:cNvGrpSpPr/>
          <p:nvPr/>
        </p:nvGrpSpPr>
        <p:grpSpPr>
          <a:xfrm>
            <a:off x="6979840" y="2425798"/>
            <a:ext cx="864096" cy="846313"/>
            <a:chOff x="1468984" y="4544155"/>
            <a:chExt cx="864096" cy="846313"/>
          </a:xfrm>
        </p:grpSpPr>
        <p:sp>
          <p:nvSpPr>
            <p:cNvPr id="30" name="Oval 2">
              <a:extLst>
                <a:ext uri="{FF2B5EF4-FFF2-40B4-BE49-F238E27FC236}">
                  <a16:creationId xmlns:a16="http://schemas.microsoft.com/office/drawing/2014/main" id="{D3D6D6D2-0EDC-4D44-8D90-4DCF4DC2A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F689D1E-AADD-4664-9CE0-8A504DDC8F7C}"/>
                </a:ext>
              </a:extLst>
            </p:cNvPr>
            <p:cNvSpPr/>
            <p:nvPr/>
          </p:nvSpPr>
          <p:spPr>
            <a:xfrm>
              <a:off x="1468984" y="4795677"/>
              <a:ext cx="86409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제조정보</a:t>
              </a:r>
              <a:endParaRPr kumimoji="0" lang="en-US" altLang="ko-KR" sz="900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송수신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5494A8A-1371-47B1-B36B-D5DA2786946D}"/>
              </a:ext>
            </a:extLst>
          </p:cNvPr>
          <p:cNvGrpSpPr/>
          <p:nvPr/>
        </p:nvGrpSpPr>
        <p:grpSpPr>
          <a:xfrm>
            <a:off x="3315970" y="4020203"/>
            <a:ext cx="864096" cy="846313"/>
            <a:chOff x="1468984" y="4544155"/>
            <a:chExt cx="864096" cy="846313"/>
          </a:xfrm>
        </p:grpSpPr>
        <p:sp>
          <p:nvSpPr>
            <p:cNvPr id="33" name="Oval 2">
              <a:extLst>
                <a:ext uri="{FF2B5EF4-FFF2-40B4-BE49-F238E27FC236}">
                  <a16:creationId xmlns:a16="http://schemas.microsoft.com/office/drawing/2014/main" id="{C5F63EA5-A231-42C4-A6E2-AEF312745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81B8370-FD72-4F71-AD99-EE4DE6047E7C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제조정보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sp>
        <p:nvSpPr>
          <p:cNvPr id="35" name="L 도형 34">
            <a:extLst>
              <a:ext uri="{FF2B5EF4-FFF2-40B4-BE49-F238E27FC236}">
                <a16:creationId xmlns:a16="http://schemas.microsoft.com/office/drawing/2014/main" id="{6A6CDCBD-B605-45B1-8176-B8710741D189}"/>
              </a:ext>
            </a:extLst>
          </p:cNvPr>
          <p:cNvSpPr/>
          <p:nvPr/>
        </p:nvSpPr>
        <p:spPr>
          <a:xfrm rot="16200000">
            <a:off x="-1081554" y="2791194"/>
            <a:ext cx="4728146" cy="2308106"/>
          </a:xfrm>
          <a:prstGeom prst="corner">
            <a:avLst>
              <a:gd name="adj1" fmla="val 43979"/>
              <a:gd name="adj2" fmla="val 221832"/>
            </a:avLst>
          </a:prstGeom>
          <a:noFill/>
          <a:ln w="12700">
            <a:solidFill>
              <a:srgbClr val="CC66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6" name="L 도형 35">
            <a:extLst>
              <a:ext uri="{FF2B5EF4-FFF2-40B4-BE49-F238E27FC236}">
                <a16:creationId xmlns:a16="http://schemas.microsoft.com/office/drawing/2014/main" id="{79F7DAEA-C7E7-458F-9684-BC491DC530E2}"/>
              </a:ext>
            </a:extLst>
          </p:cNvPr>
          <p:cNvSpPr/>
          <p:nvPr/>
        </p:nvSpPr>
        <p:spPr>
          <a:xfrm rot="16200000">
            <a:off x="6395820" y="1456151"/>
            <a:ext cx="2058061" cy="2308106"/>
          </a:xfrm>
          <a:prstGeom prst="corner">
            <a:avLst>
              <a:gd name="adj1" fmla="val 43979"/>
              <a:gd name="adj2" fmla="val 221832"/>
            </a:avLst>
          </a:prstGeom>
          <a:noFill/>
          <a:ln w="12700">
            <a:solidFill>
              <a:srgbClr val="CC66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893CCD8-192C-4BEC-932A-1C08FCB25CD8}"/>
              </a:ext>
            </a:extLst>
          </p:cNvPr>
          <p:cNvGrpSpPr/>
          <p:nvPr/>
        </p:nvGrpSpPr>
        <p:grpSpPr>
          <a:xfrm>
            <a:off x="4453219" y="4020203"/>
            <a:ext cx="864096" cy="846313"/>
            <a:chOff x="1468984" y="4544155"/>
            <a:chExt cx="864096" cy="846313"/>
          </a:xfrm>
        </p:grpSpPr>
        <p:sp>
          <p:nvSpPr>
            <p:cNvPr id="38" name="Oval 2">
              <a:extLst>
                <a:ext uri="{FF2B5EF4-FFF2-40B4-BE49-F238E27FC236}">
                  <a16:creationId xmlns:a16="http://schemas.microsoft.com/office/drawing/2014/main" id="{E09BA157-8718-4860-B07A-1B7E0C596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1A0EB54-EB2C-4C0E-930B-0010E6B40FAC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운영정보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cxnSp>
        <p:nvCxnSpPr>
          <p:cNvPr id="40" name="구부러진 연결선 48">
            <a:extLst>
              <a:ext uri="{FF2B5EF4-FFF2-40B4-BE49-F238E27FC236}">
                <a16:creationId xmlns:a16="http://schemas.microsoft.com/office/drawing/2014/main" id="{6D3545B7-0471-4937-97CA-549FCD10FF87}"/>
              </a:ext>
            </a:extLst>
          </p:cNvPr>
          <p:cNvCxnSpPr>
            <a:cxnSpLocks/>
            <a:stCxn id="48" idx="3"/>
            <a:endCxn id="49" idx="1"/>
          </p:cNvCxnSpPr>
          <p:nvPr/>
        </p:nvCxnSpPr>
        <p:spPr>
          <a:xfrm flipV="1">
            <a:off x="4959836" y="1986835"/>
            <a:ext cx="2103048" cy="457250"/>
          </a:xfrm>
          <a:prstGeom prst="curvedConnector3">
            <a:avLst>
              <a:gd name="adj1" fmla="val 65486"/>
            </a:avLst>
          </a:prstGeom>
          <a:ln w="381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54">
            <a:extLst>
              <a:ext uri="{FF2B5EF4-FFF2-40B4-BE49-F238E27FC236}">
                <a16:creationId xmlns:a16="http://schemas.microsoft.com/office/drawing/2014/main" id="{63603D3D-6A94-4F3D-9B64-776FAC2BD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65" y="1201389"/>
            <a:ext cx="22957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Client(PC,</a:t>
            </a:r>
            <a:r>
              <a:rPr lang="ko-KR" altLang="en-US" sz="1400" b="1" dirty="0" err="1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스마트폰</a:t>
            </a:r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2" name="TextBox 154">
            <a:extLst>
              <a:ext uri="{FF2B5EF4-FFF2-40B4-BE49-F238E27FC236}">
                <a16:creationId xmlns:a16="http://schemas.microsoft.com/office/drawing/2014/main" id="{4B526E37-2F82-44C2-9954-702316EAA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791" y="1249014"/>
            <a:ext cx="24365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Server(</a:t>
            </a:r>
            <a:r>
              <a:rPr lang="ko-KR" altLang="en-US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서비스</a:t>
            </a:r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C22562-26EC-4DBD-8C1F-2C8FEDF8ECB1}"/>
              </a:ext>
            </a:extLst>
          </p:cNvPr>
          <p:cNvSpPr txBox="1"/>
          <p:nvPr/>
        </p:nvSpPr>
        <p:spPr>
          <a:xfrm>
            <a:off x="5584531" y="1627686"/>
            <a:ext cx="684201" cy="21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맑은 고딕" pitchFamily="50" charset="-127"/>
                <a:ea typeface="맑은 고딕" pitchFamily="50" charset="-127"/>
              </a:rPr>
              <a:t>TCP/IP</a:t>
            </a:r>
            <a:endParaRPr lang="ko-KR" altLang="en-US" sz="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F8836A-A0A4-426F-A1FD-F78B7E69C79C}"/>
              </a:ext>
            </a:extLst>
          </p:cNvPr>
          <p:cNvSpPr txBox="1"/>
          <p:nvPr/>
        </p:nvSpPr>
        <p:spPr>
          <a:xfrm>
            <a:off x="2396591" y="1627686"/>
            <a:ext cx="684201" cy="21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맑은 고딕" pitchFamily="50" charset="-127"/>
                <a:ea typeface="맑은 고딕" pitchFamily="50" charset="-127"/>
              </a:rPr>
              <a:t>TCP/IP</a:t>
            </a:r>
            <a:endParaRPr lang="ko-KR" altLang="en-US" sz="8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5" name="Shape 119">
            <a:extLst>
              <a:ext uri="{FF2B5EF4-FFF2-40B4-BE49-F238E27FC236}">
                <a16:creationId xmlns:a16="http://schemas.microsoft.com/office/drawing/2014/main" id="{2948C2DC-FA6E-4D56-9C71-0FFBA0898335}"/>
              </a:ext>
            </a:extLst>
          </p:cNvPr>
          <p:cNvCxnSpPr/>
          <p:nvPr/>
        </p:nvCxnSpPr>
        <p:spPr>
          <a:xfrm flipV="1">
            <a:off x="5910758" y="2193858"/>
            <a:ext cx="469900" cy="4763"/>
          </a:xfrm>
          <a:prstGeom prst="bentConnector3">
            <a:avLst>
              <a:gd name="adj1" fmla="val 284311"/>
            </a:avLst>
          </a:prstGeom>
          <a:ln>
            <a:solidFill>
              <a:srgbClr val="3399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Shape 119">
            <a:extLst>
              <a:ext uri="{FF2B5EF4-FFF2-40B4-BE49-F238E27FC236}">
                <a16:creationId xmlns:a16="http://schemas.microsoft.com/office/drawing/2014/main" id="{428071C6-9740-470A-8A5B-EE319B9E7347}"/>
              </a:ext>
            </a:extLst>
          </p:cNvPr>
          <p:cNvCxnSpPr/>
          <p:nvPr/>
        </p:nvCxnSpPr>
        <p:spPr>
          <a:xfrm flipV="1">
            <a:off x="2730749" y="2621081"/>
            <a:ext cx="469900" cy="4763"/>
          </a:xfrm>
          <a:prstGeom prst="bentConnector3">
            <a:avLst>
              <a:gd name="adj1" fmla="val 284311"/>
            </a:avLst>
          </a:prstGeom>
          <a:ln>
            <a:solidFill>
              <a:srgbClr val="3399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hape 119">
            <a:extLst>
              <a:ext uri="{FF2B5EF4-FFF2-40B4-BE49-F238E27FC236}">
                <a16:creationId xmlns:a16="http://schemas.microsoft.com/office/drawing/2014/main" id="{0BF36E3A-8E71-4FAD-85FB-505DF799A774}"/>
              </a:ext>
            </a:extLst>
          </p:cNvPr>
          <p:cNvCxnSpPr/>
          <p:nvPr/>
        </p:nvCxnSpPr>
        <p:spPr>
          <a:xfrm flipV="1">
            <a:off x="4599641" y="2632516"/>
            <a:ext cx="469900" cy="4763"/>
          </a:xfrm>
          <a:prstGeom prst="bentConnector3">
            <a:avLst>
              <a:gd name="adj1" fmla="val 284311"/>
            </a:avLst>
          </a:prstGeom>
          <a:ln>
            <a:solidFill>
              <a:srgbClr val="3399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8" name="Picture 11" descr="C:\Users\aliose\AppData\Local\Microsoft\Windows\Temporary Internet Files\Content.IE5\9HGW73ST\MCj04348450000[1].png">
            <a:extLst>
              <a:ext uri="{FF2B5EF4-FFF2-40B4-BE49-F238E27FC236}">
                <a16:creationId xmlns:a16="http://schemas.microsoft.com/office/drawing/2014/main" id="{C8845F7C-0B5E-4CCF-9E1A-D6D0559D8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172" y="1836485"/>
            <a:ext cx="1364664" cy="12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7">
            <a:extLst>
              <a:ext uri="{FF2B5EF4-FFF2-40B4-BE49-F238E27FC236}">
                <a16:creationId xmlns:a16="http://schemas.microsoft.com/office/drawing/2014/main" id="{CA496D1C-EBA0-4B1B-92E0-42F1D81B0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62884" y="1628800"/>
            <a:ext cx="906085" cy="716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0" name="Shape 119">
            <a:extLst>
              <a:ext uri="{FF2B5EF4-FFF2-40B4-BE49-F238E27FC236}">
                <a16:creationId xmlns:a16="http://schemas.microsoft.com/office/drawing/2014/main" id="{E1D72E26-3D35-4644-B5BE-85541F2D5C92}"/>
              </a:ext>
            </a:extLst>
          </p:cNvPr>
          <p:cNvCxnSpPr>
            <a:stCxn id="106" idx="3"/>
          </p:cNvCxnSpPr>
          <p:nvPr/>
        </p:nvCxnSpPr>
        <p:spPr>
          <a:xfrm>
            <a:off x="1450742" y="2282772"/>
            <a:ext cx="1287949" cy="12700"/>
          </a:xfrm>
          <a:prstGeom prst="bentConnector3">
            <a:avLst>
              <a:gd name="adj1" fmla="val 50000"/>
            </a:avLst>
          </a:prstGeom>
          <a:ln>
            <a:solidFill>
              <a:srgbClr val="3399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구부러진 연결선 44">
            <a:extLst>
              <a:ext uri="{FF2B5EF4-FFF2-40B4-BE49-F238E27FC236}">
                <a16:creationId xmlns:a16="http://schemas.microsoft.com/office/drawing/2014/main" id="{20CB3F88-B63D-44D9-BC14-2CBD4BDBAC69}"/>
              </a:ext>
            </a:extLst>
          </p:cNvPr>
          <p:cNvCxnSpPr>
            <a:endCxn id="48" idx="1"/>
          </p:cNvCxnSpPr>
          <p:nvPr/>
        </p:nvCxnSpPr>
        <p:spPr>
          <a:xfrm rot="5400000" flipH="1" flipV="1">
            <a:off x="2263242" y="1457159"/>
            <a:ext cx="345003" cy="2318856"/>
          </a:xfrm>
          <a:prstGeom prst="curvedConnector4">
            <a:avLst>
              <a:gd name="adj1" fmla="val -66260"/>
              <a:gd name="adj2" fmla="val 60277"/>
            </a:avLst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154">
            <a:extLst>
              <a:ext uri="{FF2B5EF4-FFF2-40B4-BE49-F238E27FC236}">
                <a16:creationId xmlns:a16="http://schemas.microsoft.com/office/drawing/2014/main" id="{CF532B3A-C7D8-445B-A648-3C6986BD9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858" y="2737910"/>
            <a:ext cx="15456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1000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이미지 송신</a:t>
            </a:r>
            <a:endParaRPr lang="en-US" altLang="ko-KR" sz="1000" b="1" dirty="0">
              <a:solidFill>
                <a:srgbClr val="0070C0"/>
              </a:solidFill>
              <a:latin typeface="HY헤드라인M" pitchFamily="18" charset="-127"/>
              <a:ea typeface="HY헤드라인M" pitchFamily="18" charset="-127"/>
            </a:endParaRPr>
          </a:p>
          <a:p>
            <a:pPr eaLnBrk="1" hangingPunct="1"/>
            <a:r>
              <a:rPr lang="ko-KR" altLang="en-US" sz="1000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정보수신</a:t>
            </a:r>
          </a:p>
        </p:txBody>
      </p:sp>
      <p:sp>
        <p:nvSpPr>
          <p:cNvPr id="53" name="TextBox 154">
            <a:extLst>
              <a:ext uri="{FF2B5EF4-FFF2-40B4-BE49-F238E27FC236}">
                <a16:creationId xmlns:a16="http://schemas.microsoft.com/office/drawing/2014/main" id="{C3E1B12E-3426-44AF-BFFF-40D3DFD49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9337" y="1742403"/>
            <a:ext cx="15456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1000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정보제공</a:t>
            </a: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1372D11-9948-4945-A970-F88AEC538D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4889622"/>
            <a:ext cx="689610" cy="1033612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2E01CCE5-1651-4999-A9FB-CF6083C5D2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4889622"/>
            <a:ext cx="720080" cy="1040343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AB9C221-BAD1-4A36-A20D-195018349DAF}"/>
              </a:ext>
            </a:extLst>
          </p:cNvPr>
          <p:cNvSpPr txBox="1"/>
          <p:nvPr/>
        </p:nvSpPr>
        <p:spPr>
          <a:xfrm>
            <a:off x="934206" y="5949280"/>
            <a:ext cx="67518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normalizeH="0" baseline="0" noProof="0" dirty="0">
                <a:solidFill>
                  <a:srgbClr val="00B0F0"/>
                </a:solidFill>
                <a:uLnTx/>
                <a:uFillTx/>
                <a:latin typeface="HY헤드라인M" pitchFamily="18" charset="-127"/>
                <a:ea typeface="HY헤드라인M" pitchFamily="18" charset="-127"/>
              </a:rPr>
              <a:t>서비스</a:t>
            </a:r>
            <a:r>
              <a:rPr kumimoji="0" lang="en-US" altLang="ko-KR" sz="1000" b="1" i="0" u="none" strike="noStrike" kern="0" normalizeH="0" baseline="0" noProof="0" dirty="0">
                <a:solidFill>
                  <a:srgbClr val="00B0F0"/>
                </a:solidFill>
                <a:uLnTx/>
                <a:uFillTx/>
                <a:latin typeface="HY헤드라인M" pitchFamily="18" charset="-127"/>
                <a:ea typeface="HY헤드라인M" pitchFamily="18" charset="-127"/>
              </a:rPr>
              <a:t>UI</a:t>
            </a:r>
            <a:endParaRPr kumimoji="0" lang="ko-KR" altLang="en-US" sz="1000" b="1" i="0" u="none" strike="noStrike" kern="0" normalizeH="0" baseline="0" noProof="0" dirty="0">
              <a:solidFill>
                <a:srgbClr val="00B0F0"/>
              </a:solidFill>
              <a:uLnTx/>
              <a:uFillTx/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A9438E8-1CBE-49EE-ACBF-D034CD7AF1AB}"/>
              </a:ext>
            </a:extLst>
          </p:cNvPr>
          <p:cNvGrpSpPr/>
          <p:nvPr/>
        </p:nvGrpSpPr>
        <p:grpSpPr>
          <a:xfrm>
            <a:off x="6479647" y="5325191"/>
            <a:ext cx="864096" cy="846313"/>
            <a:chOff x="1468984" y="4544155"/>
            <a:chExt cx="864096" cy="846313"/>
          </a:xfrm>
        </p:grpSpPr>
        <p:sp>
          <p:nvSpPr>
            <p:cNvPr id="90" name="Oval 2">
              <a:extLst>
                <a:ext uri="{FF2B5EF4-FFF2-40B4-BE49-F238E27FC236}">
                  <a16:creationId xmlns:a16="http://schemas.microsoft.com/office/drawing/2014/main" id="{3DF554C0-AF1A-4B14-A821-738642B94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3F244F6-5F60-425D-A0DA-B9762EE3F103}"/>
                </a:ext>
              </a:extLst>
            </p:cNvPr>
            <p:cNvSpPr/>
            <p:nvPr/>
          </p:nvSpPr>
          <p:spPr>
            <a:xfrm>
              <a:off x="1468984" y="4795677"/>
              <a:ext cx="86409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 err="1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모델전처리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2616E8DC-751E-4A12-84F3-6328ED6C4271}"/>
              </a:ext>
            </a:extLst>
          </p:cNvPr>
          <p:cNvGrpSpPr/>
          <p:nvPr/>
        </p:nvGrpSpPr>
        <p:grpSpPr>
          <a:xfrm>
            <a:off x="7557541" y="5349188"/>
            <a:ext cx="864096" cy="846313"/>
            <a:chOff x="7580584" y="2856680"/>
            <a:chExt cx="864096" cy="846313"/>
          </a:xfrm>
        </p:grpSpPr>
        <p:sp>
          <p:nvSpPr>
            <p:cNvPr id="93" name="Oval 2">
              <a:extLst>
                <a:ext uri="{FF2B5EF4-FFF2-40B4-BE49-F238E27FC236}">
                  <a16:creationId xmlns:a16="http://schemas.microsoft.com/office/drawing/2014/main" id="{541620BE-86CD-4A8B-BB71-15C8C1750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0584" y="2856680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FFC000"/>
                </a:gs>
                <a:gs pos="50000">
                  <a:srgbClr val="FFFFFF"/>
                </a:gs>
                <a:gs pos="100000">
                  <a:srgbClr val="FFC000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B0E9636-A4DF-472F-B391-130651037EBA}"/>
                </a:ext>
              </a:extLst>
            </p:cNvPr>
            <p:cNvSpPr/>
            <p:nvPr/>
          </p:nvSpPr>
          <p:spPr>
            <a:xfrm>
              <a:off x="7580584" y="3108202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관리용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pic>
        <p:nvPicPr>
          <p:cNvPr id="106" name="그림 105">
            <a:extLst>
              <a:ext uri="{FF2B5EF4-FFF2-40B4-BE49-F238E27FC236}">
                <a16:creationId xmlns:a16="http://schemas.microsoft.com/office/drawing/2014/main" id="{666BBCB1-5063-46E6-B1AA-0F0C5E6E413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01" y="1928265"/>
            <a:ext cx="420341" cy="709014"/>
          </a:xfrm>
          <a:prstGeom prst="rect">
            <a:avLst/>
          </a:prstGeom>
        </p:spPr>
      </p:pic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8AFC84B3-60C2-4ED0-9A30-766E7FE98E93}"/>
              </a:ext>
            </a:extLst>
          </p:cNvPr>
          <p:cNvGrpSpPr/>
          <p:nvPr/>
        </p:nvGrpSpPr>
        <p:grpSpPr>
          <a:xfrm>
            <a:off x="798921" y="3920965"/>
            <a:ext cx="864096" cy="846313"/>
            <a:chOff x="1468984" y="4544155"/>
            <a:chExt cx="864096" cy="846313"/>
          </a:xfrm>
        </p:grpSpPr>
        <p:sp>
          <p:nvSpPr>
            <p:cNvPr id="108" name="Oval 2">
              <a:extLst>
                <a:ext uri="{FF2B5EF4-FFF2-40B4-BE49-F238E27FC236}">
                  <a16:creationId xmlns:a16="http://schemas.microsoft.com/office/drawing/2014/main" id="{01B2DDCD-A751-4A4F-8A49-8B4467C57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167AF41C-6648-4AC6-B3D4-C2EAA8C7CBE0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서비스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  <p:sp>
        <p:nvSpPr>
          <p:cNvPr id="111" name="TextBox 154">
            <a:extLst>
              <a:ext uri="{FF2B5EF4-FFF2-40B4-BE49-F238E27FC236}">
                <a16:creationId xmlns:a16="http://schemas.microsoft.com/office/drawing/2014/main" id="{1634A617-6086-40A3-8A71-94294DBFF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49" y="3858711"/>
            <a:ext cx="2308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Client(</a:t>
            </a:r>
            <a:r>
              <a:rPr lang="ko-KR" altLang="en-US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운영자</a:t>
            </a:r>
            <a:r>
              <a:rPr lang="en-US" altLang="ko-KR" sz="1400" b="1" dirty="0">
                <a:solidFill>
                  <a:srgbClr val="C0000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12" name="L 도형 111">
            <a:extLst>
              <a:ext uri="{FF2B5EF4-FFF2-40B4-BE49-F238E27FC236}">
                <a16:creationId xmlns:a16="http://schemas.microsoft.com/office/drawing/2014/main" id="{0E78C887-A347-47BF-B4F7-83936795DF5D}"/>
              </a:ext>
            </a:extLst>
          </p:cNvPr>
          <p:cNvSpPr/>
          <p:nvPr/>
        </p:nvSpPr>
        <p:spPr>
          <a:xfrm rot="16200000">
            <a:off x="6390871" y="4113473"/>
            <a:ext cx="2058061" cy="2308106"/>
          </a:xfrm>
          <a:prstGeom prst="corner">
            <a:avLst>
              <a:gd name="adj1" fmla="val 43979"/>
              <a:gd name="adj2" fmla="val 221832"/>
            </a:avLst>
          </a:prstGeom>
          <a:noFill/>
          <a:ln w="12700">
            <a:solidFill>
              <a:srgbClr val="CC66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14" name="Shape 119">
            <a:extLst>
              <a:ext uri="{FF2B5EF4-FFF2-40B4-BE49-F238E27FC236}">
                <a16:creationId xmlns:a16="http://schemas.microsoft.com/office/drawing/2014/main" id="{A3ED4E0F-174A-4973-9AD9-4CD69F114A81}"/>
              </a:ext>
            </a:extLst>
          </p:cNvPr>
          <p:cNvCxnSpPr/>
          <p:nvPr/>
        </p:nvCxnSpPr>
        <p:spPr>
          <a:xfrm flipV="1">
            <a:off x="5905651" y="4889622"/>
            <a:ext cx="469900" cy="4763"/>
          </a:xfrm>
          <a:prstGeom prst="bentConnector3">
            <a:avLst>
              <a:gd name="adj1" fmla="val 284311"/>
            </a:avLst>
          </a:prstGeom>
          <a:ln>
            <a:solidFill>
              <a:srgbClr val="33993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3" name="Picture 7">
            <a:extLst>
              <a:ext uri="{FF2B5EF4-FFF2-40B4-BE49-F238E27FC236}">
                <a16:creationId xmlns:a16="http://schemas.microsoft.com/office/drawing/2014/main" id="{524CD483-0A85-44CA-A24E-77DFFA66F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22164" y="4367896"/>
            <a:ext cx="906085" cy="716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5" name="구부러진 연결선 48">
            <a:extLst>
              <a:ext uri="{FF2B5EF4-FFF2-40B4-BE49-F238E27FC236}">
                <a16:creationId xmlns:a16="http://schemas.microsoft.com/office/drawing/2014/main" id="{90331B34-FB1F-4EEF-B827-B115D1219D7B}"/>
              </a:ext>
            </a:extLst>
          </p:cNvPr>
          <p:cNvCxnSpPr>
            <a:cxnSpLocks/>
            <a:stCxn id="48" idx="3"/>
            <a:endCxn id="113" idx="1"/>
          </p:cNvCxnSpPr>
          <p:nvPr/>
        </p:nvCxnSpPr>
        <p:spPr>
          <a:xfrm>
            <a:off x="4959836" y="2444085"/>
            <a:ext cx="2062328" cy="2281846"/>
          </a:xfrm>
          <a:prstGeom prst="curvedConnector3">
            <a:avLst>
              <a:gd name="adj1" fmla="val 50000"/>
            </a:avLst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54">
            <a:extLst>
              <a:ext uri="{FF2B5EF4-FFF2-40B4-BE49-F238E27FC236}">
                <a16:creationId xmlns:a16="http://schemas.microsoft.com/office/drawing/2014/main" id="{7F7AA59E-F258-45C1-AA3F-D089FC02A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805" y="4374624"/>
            <a:ext cx="15456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ko-KR" altLang="en-US" sz="1000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모델제공</a:t>
            </a:r>
            <a:endParaRPr lang="en-US" altLang="ko-KR" sz="1000" b="1" dirty="0">
              <a:solidFill>
                <a:srgbClr val="0070C0"/>
              </a:solidFill>
              <a:latin typeface="HY헤드라인M" pitchFamily="18" charset="-127"/>
              <a:ea typeface="HY헤드라인M" pitchFamily="18" charset="-127"/>
            </a:endParaRPr>
          </a:p>
          <a:p>
            <a:pPr eaLnBrk="1" hangingPunct="1"/>
            <a:r>
              <a:rPr lang="ko-KR" altLang="en-US" sz="1000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관리정보 제공</a:t>
            </a:r>
          </a:p>
        </p:txBody>
      </p:sp>
      <p:sp>
        <p:nvSpPr>
          <p:cNvPr id="126" name="원통형 125">
            <a:extLst>
              <a:ext uri="{FF2B5EF4-FFF2-40B4-BE49-F238E27FC236}">
                <a16:creationId xmlns:a16="http://schemas.microsoft.com/office/drawing/2014/main" id="{DCBEA1C6-5BD5-44FB-B9B3-94162A79B8DF}"/>
              </a:ext>
            </a:extLst>
          </p:cNvPr>
          <p:cNvSpPr/>
          <p:nvPr/>
        </p:nvSpPr>
        <p:spPr>
          <a:xfrm>
            <a:off x="4197448" y="5663670"/>
            <a:ext cx="534759" cy="472415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업무</a:t>
            </a:r>
            <a:r>
              <a:rPr lang="en-US" altLang="ko-KR" sz="1100" b="1" dirty="0">
                <a:solidFill>
                  <a:srgbClr val="C00000"/>
                </a:solidFill>
              </a:rPr>
              <a:t>DB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sp>
        <p:nvSpPr>
          <p:cNvPr id="128" name="원통형 127">
            <a:extLst>
              <a:ext uri="{FF2B5EF4-FFF2-40B4-BE49-F238E27FC236}">
                <a16:creationId xmlns:a16="http://schemas.microsoft.com/office/drawing/2014/main" id="{BCFD28C4-EA7F-4A2E-9528-2ABDB8F1288B}"/>
              </a:ext>
            </a:extLst>
          </p:cNvPr>
          <p:cNvSpPr/>
          <p:nvPr/>
        </p:nvSpPr>
        <p:spPr>
          <a:xfrm>
            <a:off x="4844919" y="5656939"/>
            <a:ext cx="534759" cy="472415"/>
          </a:xfrm>
          <a:prstGeom prst="can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35000">
                <a:schemeClr val="accent5"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</a:rPr>
              <a:t>모델</a:t>
            </a:r>
            <a:r>
              <a:rPr lang="en-US" altLang="ko-KR" sz="1100" b="1" dirty="0">
                <a:solidFill>
                  <a:srgbClr val="C00000"/>
                </a:solidFill>
              </a:rPr>
              <a:t>DB</a:t>
            </a:r>
            <a:endParaRPr lang="ko-KR" altLang="en-US" sz="1100" b="1" dirty="0">
              <a:solidFill>
                <a:srgbClr val="C00000"/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A1D1E9F5-9564-4E4C-ABB3-D77EB8C7EDA9}"/>
              </a:ext>
            </a:extLst>
          </p:cNvPr>
          <p:cNvGrpSpPr/>
          <p:nvPr/>
        </p:nvGrpSpPr>
        <p:grpSpPr>
          <a:xfrm>
            <a:off x="3278909" y="4967153"/>
            <a:ext cx="864096" cy="846313"/>
            <a:chOff x="1468984" y="4544155"/>
            <a:chExt cx="864096" cy="846313"/>
          </a:xfrm>
        </p:grpSpPr>
        <p:sp>
          <p:nvSpPr>
            <p:cNvPr id="77" name="Oval 2">
              <a:extLst>
                <a:ext uri="{FF2B5EF4-FFF2-40B4-BE49-F238E27FC236}">
                  <a16:creationId xmlns:a16="http://schemas.microsoft.com/office/drawing/2014/main" id="{0D06B333-B67B-4292-AEF5-ABE089311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8984" y="4544155"/>
              <a:ext cx="864096" cy="846313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50000">
                  <a:srgbClr val="FFFFFF"/>
                </a:gs>
                <a:gs pos="100000">
                  <a:srgbClr val="99CC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DF01960-1FE4-490F-BF2A-AF013D0B0CB0}"/>
                </a:ext>
              </a:extLst>
            </p:cNvPr>
            <p:cNvSpPr/>
            <p:nvPr/>
          </p:nvSpPr>
          <p:spPr>
            <a:xfrm>
              <a:off x="1468984" y="4795677"/>
              <a:ext cx="864096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DB</a:t>
              </a:r>
              <a:r>
                <a:rPr kumimoji="0" lang="ko-KR" altLang="en-US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처리</a:t>
              </a:r>
              <a:r>
                <a:rPr kumimoji="0" lang="en-US" altLang="ko-KR" sz="900" dirty="0">
                  <a:solidFill>
                    <a:srgbClr val="C00000"/>
                  </a:solidFill>
                  <a:latin typeface="HY헤드라인M" pitchFamily="18" charset="-127"/>
                  <a:ea typeface="HY헤드라인M" pitchFamily="18" charset="-127"/>
                </a:rPr>
                <a:t>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303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222F7-65F6-4ED7-B39F-242356F4E6C2}"/>
              </a:ext>
            </a:extLst>
          </p:cNvPr>
          <p:cNvSpPr txBox="1"/>
          <p:nvPr/>
        </p:nvSpPr>
        <p:spPr>
          <a:xfrm>
            <a:off x="539552" y="85112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전체 클래스 다이어그램</a:t>
            </a:r>
            <a:endParaRPr kumimoji="0" lang="ko-KR" altLang="en-US" sz="1200" dirty="0">
              <a:solidFill>
                <a:srgbClr val="00B0F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61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수행방법론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130073"/>
              </p:ext>
            </p:extLst>
          </p:nvPr>
        </p:nvGraphicFramePr>
        <p:xfrm>
          <a:off x="539550" y="1272377"/>
          <a:ext cx="8064900" cy="525296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공수</a:t>
                      </a:r>
                      <a:r>
                        <a:rPr lang="en-US" altLang="ko-KR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(MM)</a:t>
                      </a:r>
                      <a:endParaRPr lang="ko-KR" altLang="en-US" sz="16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계획수립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요구파악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아키텍처 정의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개별시험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통합시험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kern="120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현장설치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하자보수</a:t>
                      </a:r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ko-KR" alt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</a:t>
                      </a:r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endParaRPr lang="ko-KR" alt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03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55BD91-C25F-48D0-92FF-CCBE8CD92432}"/>
              </a:ext>
            </a:extLst>
          </p:cNvPr>
          <p:cNvSpPr txBox="1"/>
          <p:nvPr/>
        </p:nvSpPr>
        <p:spPr>
          <a:xfrm>
            <a:off x="539552" y="851128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기획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계획수립</a:t>
            </a:r>
          </a:p>
        </p:txBody>
      </p:sp>
    </p:spTree>
    <p:extLst>
      <p:ext uri="{BB962C8B-B14F-4D97-AF65-F5344CB8AC3E}">
        <p14:creationId xmlns:p14="http://schemas.microsoft.com/office/powerpoint/2010/main" val="60057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57E69-444E-4ABF-B9F0-694BBC7736EA}"/>
              </a:ext>
            </a:extLst>
          </p:cNvPr>
          <p:cNvSpPr txBox="1"/>
          <p:nvPr/>
        </p:nvSpPr>
        <p:spPr>
          <a:xfrm>
            <a:off x="539552" y="851128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분석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-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요구파악</a:t>
            </a:r>
          </a:p>
        </p:txBody>
      </p:sp>
    </p:spTree>
    <p:extLst>
      <p:ext uri="{BB962C8B-B14F-4D97-AF65-F5344CB8AC3E}">
        <p14:creationId xmlns:p14="http://schemas.microsoft.com/office/powerpoint/2010/main" val="2885420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57E69-444E-4ABF-B9F0-694BBC7736EA}"/>
              </a:ext>
            </a:extLst>
          </p:cNvPr>
          <p:cNvSpPr txBox="1"/>
          <p:nvPr/>
        </p:nvSpPr>
        <p:spPr>
          <a:xfrm>
            <a:off x="539552" y="851128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분석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아키텍처 정의</a:t>
            </a:r>
          </a:p>
        </p:txBody>
      </p:sp>
    </p:spTree>
    <p:extLst>
      <p:ext uri="{BB962C8B-B14F-4D97-AF65-F5344CB8AC3E}">
        <p14:creationId xmlns:p14="http://schemas.microsoft.com/office/powerpoint/2010/main" val="1583513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7237BF26-AC03-4737-ABB1-79C7C7B47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20" y="1775792"/>
            <a:ext cx="2520280" cy="175306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6AE5521-FF0F-485A-99AA-48533622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461" y="3569894"/>
            <a:ext cx="2487938" cy="117968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CC2606E-1BDD-406C-872F-F7902B6D7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591" y="1715361"/>
            <a:ext cx="2520279" cy="29377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C57E69-444E-4ABF-B9F0-694BBC7736EA}"/>
              </a:ext>
            </a:extLst>
          </p:cNvPr>
          <p:cNvSpPr txBox="1"/>
          <p:nvPr/>
        </p:nvSpPr>
        <p:spPr>
          <a:xfrm>
            <a:off x="539552" y="851128"/>
            <a:ext cx="311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설계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sz="1600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알약 색깔 판별 모델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6A198D-35E8-4876-8D6C-54B66A44C113}"/>
              </a:ext>
            </a:extLst>
          </p:cNvPr>
          <p:cNvSpPr>
            <a:spLocks/>
          </p:cNvSpPr>
          <p:nvPr/>
        </p:nvSpPr>
        <p:spPr>
          <a:xfrm>
            <a:off x="3114159" y="1700808"/>
            <a:ext cx="2520279" cy="3077106"/>
          </a:xfrm>
          <a:prstGeom prst="rect">
            <a:avLst/>
          </a:prstGeom>
          <a:noFill/>
          <a:ln w="254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1E1FD-FF13-4B78-AEE8-A2C95DEFB683}"/>
              </a:ext>
            </a:extLst>
          </p:cNvPr>
          <p:cNvSpPr txBox="1"/>
          <p:nvPr/>
        </p:nvSpPr>
        <p:spPr>
          <a:xfrm>
            <a:off x="3371460" y="1331476"/>
            <a:ext cx="2157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② </a:t>
            </a:r>
            <a:r>
              <a:rPr kumimoji="0" lang="ko-KR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분류 색깔 </a:t>
            </a:r>
            <a:r>
              <a:rPr kumimoji="0" lang="ko-KR" altLang="en-US" sz="1600" b="1" dirty="0">
                <a:solidFill>
                  <a:srgbClr val="99CC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학습</a:t>
            </a:r>
            <a:endParaRPr kumimoji="0" lang="ko-KR" altLang="en-US" sz="1600" dirty="0">
              <a:solidFill>
                <a:srgbClr val="99CC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4DCB396-5D00-4103-ABF6-73AF133F460D}"/>
              </a:ext>
            </a:extLst>
          </p:cNvPr>
          <p:cNvSpPr>
            <a:spLocks/>
          </p:cNvSpPr>
          <p:nvPr/>
        </p:nvSpPr>
        <p:spPr>
          <a:xfrm>
            <a:off x="6033120" y="1700808"/>
            <a:ext cx="2520279" cy="3077106"/>
          </a:xfrm>
          <a:prstGeom prst="rect">
            <a:avLst/>
          </a:prstGeom>
          <a:noFill/>
          <a:ln w="254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9DA962-AB0A-4CDB-8AE5-808B6E5A328F}"/>
              </a:ext>
            </a:extLst>
          </p:cNvPr>
          <p:cNvSpPr txBox="1"/>
          <p:nvPr/>
        </p:nvSpPr>
        <p:spPr>
          <a:xfrm>
            <a:off x="6290421" y="1331476"/>
            <a:ext cx="21189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③ </a:t>
            </a:r>
            <a:r>
              <a:rPr kumimoji="0" lang="ko-KR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알약 색깔 </a:t>
            </a:r>
            <a:r>
              <a:rPr kumimoji="0" lang="ko-KR" altLang="en-US" sz="1600" b="1" dirty="0">
                <a:solidFill>
                  <a:srgbClr val="99CC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예측</a:t>
            </a:r>
            <a:endParaRPr kumimoji="0" lang="ko-KR" altLang="en-US" sz="1600" dirty="0">
              <a:solidFill>
                <a:srgbClr val="99CC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B37B45E-F77B-4CFD-8CD9-29FF20C2C66F}"/>
              </a:ext>
            </a:extLst>
          </p:cNvPr>
          <p:cNvSpPr>
            <a:spLocks/>
          </p:cNvSpPr>
          <p:nvPr/>
        </p:nvSpPr>
        <p:spPr>
          <a:xfrm>
            <a:off x="195199" y="1700808"/>
            <a:ext cx="2520279" cy="3077106"/>
          </a:xfrm>
          <a:prstGeom prst="rect">
            <a:avLst/>
          </a:prstGeom>
          <a:noFill/>
          <a:ln w="254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774160-6473-452A-813F-43B36497E6EE}"/>
              </a:ext>
            </a:extLst>
          </p:cNvPr>
          <p:cNvSpPr txBox="1"/>
          <p:nvPr/>
        </p:nvSpPr>
        <p:spPr>
          <a:xfrm>
            <a:off x="452500" y="1331476"/>
            <a:ext cx="2052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① </a:t>
            </a:r>
            <a:r>
              <a:rPr kumimoji="0" lang="ko-KR" alt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알약 색깔 </a:t>
            </a:r>
            <a:r>
              <a:rPr kumimoji="0" lang="ko-KR" altLang="en-US" sz="1600" b="1" dirty="0">
                <a:solidFill>
                  <a:srgbClr val="99CC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분류</a:t>
            </a:r>
            <a:endParaRPr kumimoji="0" lang="ko-KR" altLang="en-US" sz="1600" dirty="0">
              <a:solidFill>
                <a:srgbClr val="99CC00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EE37DA-A2B1-409F-A158-B0F631180B57}"/>
              </a:ext>
            </a:extLst>
          </p:cNvPr>
          <p:cNvSpPr txBox="1"/>
          <p:nvPr/>
        </p:nvSpPr>
        <p:spPr>
          <a:xfrm>
            <a:off x="195198" y="4883676"/>
            <a:ext cx="25202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이미지 불러오기</a:t>
            </a:r>
            <a:endParaRPr kumimoji="0"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대표 색상 추출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(K-means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활용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색상 계열 판별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(CIELAB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변환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el-GR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Δ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E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거리계산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색깔 계열별 분류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이미지 복사 및 정리</a:t>
            </a:r>
            <a:endParaRPr kumimoji="0"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결과출력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BA4DA2-DFFC-4EE1-B229-DB4CB412591D}"/>
              </a:ext>
            </a:extLst>
          </p:cNvPr>
          <p:cNvSpPr txBox="1"/>
          <p:nvPr/>
        </p:nvSpPr>
        <p:spPr>
          <a:xfrm>
            <a:off x="3114159" y="4883676"/>
            <a:ext cx="252028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준비</a:t>
            </a:r>
            <a:endParaRPr kumimoji="0"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모델생성 또는 불러오기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기존 저장된 모델 있으면 불러와 학습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학습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정확도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손실 기록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평가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훈련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검증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테스트 데이터셋 평가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모델 저장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((.h5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파일로 저장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시각화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학습 정확도와 손실 변화를 그래프 표시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CE13C-7283-443C-8710-A1AED4473AD0}"/>
              </a:ext>
            </a:extLst>
          </p:cNvPr>
          <p:cNvSpPr txBox="1"/>
          <p:nvPr/>
        </p:nvSpPr>
        <p:spPr>
          <a:xfrm>
            <a:off x="6033120" y="4883676"/>
            <a:ext cx="252027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이미지 업로드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(.</a:t>
            </a:r>
            <a:r>
              <a:rPr kumimoji="0" lang="en-US" altLang="ko-KR" sz="11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png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학습 모델 선택</a:t>
            </a:r>
            <a:endParaRPr kumimoji="0"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이미지 </a:t>
            </a:r>
            <a:r>
              <a:rPr kumimoji="0" lang="ko-KR" altLang="en-US" sz="11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전처리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이미지를 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224x224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크기로 변환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11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픽셀값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0~1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범위로 정규화</a:t>
            </a:r>
            <a:endParaRPr kumimoji="0" lang="en-US" altLang="ko-KR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예측 수행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색상 계열 확률 계산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결과 표시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 이미지표사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예측된 색상 </a:t>
            </a:r>
            <a:r>
              <a:rPr kumimoji="0" lang="ko-KR" altLang="en-US" sz="11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게열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강조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kumimoji="0" lang="ko-KR" altLang="en-US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색상계열별 확률 표시</a:t>
            </a:r>
            <a:r>
              <a:rPr kumimoji="0" lang="en-US" altLang="ko-KR" sz="11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kumimoji="0" lang="ko-KR" altLang="en-US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B3485BA4-CDDC-49CC-8253-F290C25BEE9F}"/>
              </a:ext>
            </a:extLst>
          </p:cNvPr>
          <p:cNvSpPr/>
          <p:nvPr/>
        </p:nvSpPr>
        <p:spPr>
          <a:xfrm>
            <a:off x="2802502" y="2951422"/>
            <a:ext cx="216024" cy="484632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1988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73800DAA-63A1-4C59-BE03-792CDFFA1C85}"/>
              </a:ext>
            </a:extLst>
          </p:cNvPr>
          <p:cNvSpPr/>
          <p:nvPr/>
        </p:nvSpPr>
        <p:spPr>
          <a:xfrm>
            <a:off x="5706731" y="2951422"/>
            <a:ext cx="216024" cy="484632"/>
          </a:xfrm>
          <a:prstGeom prst="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1988">
                <a:schemeClr val="accent6">
                  <a:lumMod val="20000"/>
                  <a:lumOff val="80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0F84AB2-948E-49BE-9539-81CC583C6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43" y="1747632"/>
            <a:ext cx="2478494" cy="297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0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C76AD-0B6E-432D-9EB3-BBBF7CDC93B8}"/>
              </a:ext>
            </a:extLst>
          </p:cNvPr>
          <p:cNvSpPr txBox="1"/>
          <p:nvPr/>
        </p:nvSpPr>
        <p:spPr>
          <a:xfrm>
            <a:off x="539552" y="851128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설계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DB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786025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F48176-DF88-40C2-AA5F-EE1915A8A13F}"/>
              </a:ext>
            </a:extLst>
          </p:cNvPr>
          <p:cNvSpPr txBox="1"/>
          <p:nvPr/>
        </p:nvSpPr>
        <p:spPr>
          <a:xfrm>
            <a:off x="539552" y="851128"/>
            <a:ext cx="215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구현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컴포넌트</a:t>
            </a:r>
          </a:p>
        </p:txBody>
      </p:sp>
    </p:spTree>
    <p:extLst>
      <p:ext uri="{BB962C8B-B14F-4D97-AF65-F5344CB8AC3E}">
        <p14:creationId xmlns:p14="http://schemas.microsoft.com/office/powerpoint/2010/main" val="205115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E88CE-F1AE-47A6-8D29-7E48AE93AF8C}"/>
              </a:ext>
            </a:extLst>
          </p:cNvPr>
          <p:cNvSpPr txBox="1"/>
          <p:nvPr/>
        </p:nvSpPr>
        <p:spPr>
          <a:xfrm>
            <a:off x="539552" y="851128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시험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개별 시험</a:t>
            </a:r>
          </a:p>
        </p:txBody>
      </p:sp>
    </p:spTree>
    <p:extLst>
      <p:ext uri="{BB962C8B-B14F-4D97-AF65-F5344CB8AC3E}">
        <p14:creationId xmlns:p14="http://schemas.microsoft.com/office/powerpoint/2010/main" val="954755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BAED3-C299-4302-8811-CA565DBC432F}"/>
              </a:ext>
            </a:extLst>
          </p:cNvPr>
          <p:cNvSpPr txBox="1"/>
          <p:nvPr/>
        </p:nvSpPr>
        <p:spPr>
          <a:xfrm>
            <a:off x="539552" y="851128"/>
            <a:ext cx="224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시험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통합 시험</a:t>
            </a:r>
          </a:p>
        </p:txBody>
      </p:sp>
    </p:spTree>
    <p:extLst>
      <p:ext uri="{BB962C8B-B14F-4D97-AF65-F5344CB8AC3E}">
        <p14:creationId xmlns:p14="http://schemas.microsoft.com/office/powerpoint/2010/main" val="2536118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0EB5E-EEDC-4FE2-9B82-6D9D7D21A010}"/>
              </a:ext>
            </a:extLst>
          </p:cNvPr>
          <p:cNvSpPr txBox="1"/>
          <p:nvPr/>
        </p:nvSpPr>
        <p:spPr>
          <a:xfrm>
            <a:off x="539552" y="851128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전환 </a:t>
            </a:r>
            <a:r>
              <a:rPr kumimoji="0" lang="en-US" altLang="ko-KR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– </a:t>
            </a:r>
            <a:r>
              <a:rPr kumimoji="0" lang="ko-KR" altLang="en-US" b="1" dirty="0">
                <a:solidFill>
                  <a:srgbClr val="66990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194422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2F00BE-E558-4ADB-B35C-3116A73845C2}"/>
              </a:ext>
            </a:extLst>
          </p:cNvPr>
          <p:cNvSpPr txBox="1"/>
          <p:nvPr/>
        </p:nvSpPr>
        <p:spPr>
          <a:xfrm>
            <a:off x="539552" y="851128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하자보수</a:t>
            </a:r>
          </a:p>
        </p:txBody>
      </p:sp>
    </p:spTree>
    <p:extLst>
      <p:ext uri="{BB962C8B-B14F-4D97-AF65-F5344CB8AC3E}">
        <p14:creationId xmlns:p14="http://schemas.microsoft.com/office/powerpoint/2010/main" val="1919484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전체 조직도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3154028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 err="1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책임및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권한</a:t>
            </a:r>
          </a:p>
        </p:txBody>
      </p:sp>
    </p:spTree>
    <p:extLst>
      <p:ext uri="{BB962C8B-B14F-4D97-AF65-F5344CB8AC3E}">
        <p14:creationId xmlns:p14="http://schemas.microsoft.com/office/powerpoint/2010/main" val="1195002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6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8" descr="학생왕따에 대한 이미지 검색결과"/>
          <p:cNvSpPr>
            <a:spLocks noChangeAspect="1" noChangeArrowheads="1"/>
          </p:cNvSpPr>
          <p:nvPr/>
        </p:nvSpPr>
        <p:spPr bwMode="auto">
          <a:xfrm>
            <a:off x="304800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9552" y="851128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▣ </a:t>
            </a:r>
            <a:r>
              <a:rPr kumimoji="0" lang="ko-KR" altLang="en-US" b="1" dirty="0">
                <a:solidFill>
                  <a:srgbClr val="00B0F0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추진일정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62988"/>
              </p:ext>
            </p:extLst>
          </p:nvPr>
        </p:nvGraphicFramePr>
        <p:xfrm>
          <a:off x="539548" y="1276816"/>
          <a:ext cx="8072140" cy="4846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3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31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943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61075">
                <a:tc rowSpan="2"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gridSpan="1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추진일정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192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계획수립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616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요구파악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848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아키텍처 정의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32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552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컴포넌트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55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lt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4784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개별시험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0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통합시험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시스템구축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latin typeface="+mn-lt"/>
                        <a:ea typeface="+mj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현장설치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 및 설치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972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하자보수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400" b="1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2952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400" b="1" dirty="0">
                        <a:latin typeface="+mn-lt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 gridSpan="1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가안이며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세부일정은 분석 이후 제공한다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투입인원은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2M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기준으로 작성함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cxnSp>
        <p:nvCxnSpPr>
          <p:cNvPr id="3" name="직선 연결선 2"/>
          <p:cNvCxnSpPr/>
          <p:nvPr/>
        </p:nvCxnSpPr>
        <p:spPr>
          <a:xfrm>
            <a:off x="7237071" y="4941168"/>
            <a:ext cx="388680" cy="1768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7042731" y="4678726"/>
            <a:ext cx="194340" cy="1768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731516" y="4365104"/>
            <a:ext cx="505555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6508536" y="4075304"/>
            <a:ext cx="388680" cy="1768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152800" y="1988840"/>
            <a:ext cx="388680" cy="1768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370006" y="2278640"/>
            <a:ext cx="691440" cy="1768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3668348" y="2564904"/>
            <a:ext cx="705760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4240080" y="3212976"/>
            <a:ext cx="1555536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4240080" y="2924944"/>
            <a:ext cx="752864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3895023" y="3488431"/>
            <a:ext cx="1097921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384096" y="3765205"/>
            <a:ext cx="2297096" cy="0"/>
          </a:xfrm>
          <a:prstGeom prst="line">
            <a:avLst/>
          </a:prstGeom>
          <a:ln w="127000" cmpd="sng">
            <a:solidFill>
              <a:srgbClr val="0070C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540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5238752" y="3477284"/>
            <a:ext cx="30718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ko-KR" sz="2800" dirty="0">
                <a:solidFill>
                  <a:srgbClr val="0066FF"/>
                </a:solidFill>
                <a:latin typeface="HY헤드라인M" pitchFamily="18" charset="-127"/>
                <a:ea typeface="HY헤드라인M" pitchFamily="18" charset="-127"/>
              </a:rPr>
              <a:t>Q &amp; A</a:t>
            </a:r>
            <a:endParaRPr kumimoji="0" lang="ko-KR" altLang="en-US" sz="3200" dirty="0">
              <a:solidFill>
                <a:srgbClr val="0066FF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63500" cmpd="thickThin">
          <a:solidFill>
            <a:schemeClr val="accent2">
              <a:lumMod val="40000"/>
              <a:lumOff val="60000"/>
            </a:schemeClr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17622</TotalTime>
  <Words>579</Words>
  <Application>Microsoft Office PowerPoint</Application>
  <PresentationFormat>A4 용지(210x297mm)</PresentationFormat>
  <Paragraphs>186</Paragraphs>
  <Slides>21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21</vt:i4>
      </vt:variant>
    </vt:vector>
  </HeadingPairs>
  <TitlesOfParts>
    <vt:vector size="34" baseType="lpstr">
      <vt:lpstr>(한)문화방송</vt:lpstr>
      <vt:lpstr>HY헤드라인M</vt:lpstr>
      <vt:lpstr>굴림</vt:lpstr>
      <vt:lpstr>맑은 고딕</vt:lpstr>
      <vt:lpstr>휴먼엑스포</vt:lpstr>
      <vt:lpstr>휴먼옛체</vt:lpstr>
      <vt:lpstr>Arial</vt:lpstr>
      <vt:lpstr>기본 디자인</vt:lpstr>
      <vt:lpstr>2_기본 디자인</vt:lpstr>
      <vt:lpstr>1_기본 디자인</vt:lpstr>
      <vt:lpstr>디자인 사용자 지정</vt:lpstr>
      <vt:lpstr>1_디자인 사용자 지정</vt:lpstr>
      <vt:lpstr>2_디자인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KSY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강순열</dc:creator>
  <cp:lastModifiedBy>순렬 강</cp:lastModifiedBy>
  <cp:revision>2043</cp:revision>
  <cp:lastPrinted>2026-06-23T21:38:10Z</cp:lastPrinted>
  <dcterms:created xsi:type="dcterms:W3CDTF">2004-07-28T08:28:23Z</dcterms:created>
  <dcterms:modified xsi:type="dcterms:W3CDTF">2026-06-23T21:38:33Z</dcterms:modified>
</cp:coreProperties>
</file>