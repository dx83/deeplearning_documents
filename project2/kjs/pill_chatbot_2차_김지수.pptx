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94CBE-720C-4CF0-82B1-045F32048660}" v="16" dt="2026-07-17T17:45:13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5" y="4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1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C7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297680" y="0"/>
            <a:ext cx="109728" cy="6858000"/>
          </a:xfrm>
          <a:prstGeom prst="rect">
            <a:avLst/>
          </a:prstGeom>
          <a:solidFill>
            <a:srgbClr val="1550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 rot="-1200000">
            <a:off x="971746" y="1786144"/>
            <a:ext cx="2194560" cy="1051560"/>
          </a:xfrm>
          <a:prstGeom prst="roundRect">
            <a:avLst>
              <a:gd name="adj" fmla="val 4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-1200000">
            <a:off x="971746" y="1786144"/>
            <a:ext cx="1097280" cy="1051560"/>
          </a:xfrm>
          <a:prstGeom prst="roundRect">
            <a:avLst>
              <a:gd name="adj" fmla="val 49565"/>
            </a:avLst>
          </a:prstGeom>
          <a:solidFill>
            <a:srgbClr val="BBD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-1200000">
            <a:off x="2005018" y="1484392"/>
            <a:ext cx="82296" cy="1417320"/>
          </a:xfrm>
          <a:prstGeom prst="rect">
            <a:avLst/>
          </a:prstGeom>
          <a:solidFill>
            <a:srgbClr val="1C7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55210" y="3272991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FE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PILL ID CHATBOT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47488" y="2430471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2차 개선 발표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56048" y="2866913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알약</a:t>
            </a:r>
            <a:r>
              <a:rPr lang="en-US" sz="46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4600" b="1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식별</a:t>
            </a:r>
            <a:r>
              <a:rPr lang="en-US" sz="46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4600" b="1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챗봇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26864" y="3063240"/>
            <a:ext cx="6986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3794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85ACB7FA-637D-21E1-433F-7F680D705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97" y="4267619"/>
            <a:ext cx="3406286" cy="2295642"/>
          </a:xfrm>
          <a:prstGeom prst="rect">
            <a:avLst/>
          </a:prstGeom>
        </p:spPr>
      </p:pic>
      <p:sp>
        <p:nvSpPr>
          <p:cNvPr id="21" name="Google Shape;244;g3ef6e153f72_1_0">
            <a:extLst>
              <a:ext uri="{FF2B5EF4-FFF2-40B4-BE49-F238E27FC236}">
                <a16:creationId xmlns:a16="http://schemas.microsoft.com/office/drawing/2014/main" id="{E75A41A6-805C-D14F-7454-10F366A8E064}"/>
              </a:ext>
            </a:extLst>
          </p:cNvPr>
          <p:cNvSpPr txBox="1"/>
          <p:nvPr/>
        </p:nvSpPr>
        <p:spPr>
          <a:xfrm>
            <a:off x="4846320" y="5854897"/>
            <a:ext cx="6876288" cy="102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400" rIns="0" bIns="1540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나병도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    ㅣ       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강순렬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      ㅣ     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김성태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ㅣ       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김지수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      ㅣ     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서성민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01. 대화 흐름 개선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각인이 안 보여도 </a:t>
            </a:r>
            <a:r>
              <a:rPr lang="en-US" sz="30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찾을 수 있게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Shape 3"/>
          <p:cNvSpPr/>
          <p:nvPr/>
        </p:nvSpPr>
        <p:spPr>
          <a:xfrm>
            <a:off x="777240" y="1911096"/>
            <a:ext cx="310896" cy="310896"/>
          </a:xfrm>
          <a:prstGeom prst="ellipse">
            <a:avLst/>
          </a:prstGeom>
          <a:solidFill>
            <a:srgbClr val="E23B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E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기존의 </a:t>
            </a:r>
            <a:r>
              <a:rPr lang="en-US" sz="1600" b="1" dirty="0" err="1">
                <a:solidFill>
                  <a:srgbClr val="E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r>
              <a:rPr lang="en-US" sz="1600" b="1" dirty="0">
                <a:solidFill>
                  <a:srgbClr val="E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-&gt;  </a:t>
            </a:r>
            <a:r>
              <a:rPr lang="en-US" sz="16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알약이</a:t>
            </a: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마모돼 각인을 읽을 수 없으면 기존에는 </a:t>
            </a:r>
            <a:r>
              <a:rPr lang="en-US" sz="16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“못 찾음”</a:t>
            </a: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으로 종료 (막다른 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" y="2661711"/>
            <a:ext cx="7342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</a:t>
            </a:r>
            <a:r>
              <a:rPr lang="en-US" sz="17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7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필터링 조건을 추가하고 조금 더 유연한 대화형 로직을 설계함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EEF4FF"/>
          </a:solidFill>
          <a:ln/>
          <a:effectLst>
            <a:outerShdw blurRad="101600" dist="38100" dir="5400000" algn="bl" rotWithShape="0">
              <a:srgbClr val="B8C4D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3675888"/>
            <a:ext cx="457200" cy="457200"/>
          </a:xfrm>
          <a:prstGeom prst="ellipse">
            <a:avLst/>
          </a:prstGeom>
          <a:solidFill>
            <a:srgbClr val="1C7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각인</a:t>
            </a:r>
            <a:r>
              <a:rPr lang="ko-KR" altLang="en-US" sz="21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없다면</a:t>
            </a:r>
            <a:r>
              <a:rPr lang="en-US" altLang="ko-KR" sz="21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70432" y="42748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</a:t>
            </a:r>
            <a:r>
              <a:rPr lang="en-US" sz="14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강력한</a:t>
            </a:r>
            <a:r>
              <a:rPr 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식별자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이지만 </a:t>
            </a:r>
            <a:endParaRPr lang="en-US" altLang="ko-KR" sz="1400" dirty="0">
              <a:solidFill>
                <a:srgbClr val="595959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</a:rPr>
              <a:t>설명하기 모호하거나 </a:t>
            </a:r>
            <a:endParaRPr lang="en-US" altLang="ko-KR" sz="1400" dirty="0">
              <a:solidFill>
                <a:srgbClr val="595959"/>
              </a:solidFill>
              <a:latin typeface="Noto Sans CJK KR" pitchFamily="34" charset="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</a:rPr>
              <a:t>지워진 경우에는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</a:rPr>
              <a:t>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0288" y="338328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EEF4FF"/>
          </a:solidFill>
          <a:ln/>
          <a:effectLst>
            <a:outerShdw blurRad="101600" dist="38100" dir="5400000" algn="bl" rotWithShape="0">
              <a:srgbClr val="B8C4D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15662" y="3662576"/>
            <a:ext cx="457200" cy="457200"/>
          </a:xfrm>
          <a:prstGeom prst="ellipse">
            <a:avLst/>
          </a:prstGeom>
          <a:solidFill>
            <a:srgbClr val="1C7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15662" y="366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55158" y="3662576"/>
            <a:ext cx="2298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다양한 </a:t>
            </a:r>
            <a:endParaRPr lang="en-US" altLang="ko-KR" sz="2100" b="1" dirty="0">
              <a:solidFill>
                <a:srgbClr val="1A1A2E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ko-KR" altLang="en-US" sz="21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물리적 필터링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15662" y="43434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기존의 색상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모양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4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분할선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유무</a:t>
            </a:r>
            <a:endParaRPr lang="en-US" altLang="ko-KR" sz="1400" dirty="0">
              <a:solidFill>
                <a:srgbClr val="595959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	+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 개수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4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분할선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모양 및 캡슐 여부 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57616" y="338328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1C73FF"/>
          </a:solidFill>
          <a:ln/>
          <a:effectLst>
            <a:outerShdw blurRad="101600" dist="38100" dir="5400000" algn="bl" rotWithShape="0">
              <a:srgbClr val="B8C4D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631936" y="36758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631936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26296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복용목적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650224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“무슨 증상 </a:t>
            </a:r>
            <a:r>
              <a:rPr lang="en-US" sz="1600" dirty="0" err="1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때문에</a:t>
            </a:r>
            <a:r>
              <a:rPr 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?”</a:t>
            </a:r>
            <a:r>
              <a:rPr lang="ko-KR" alt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라는 </a:t>
            </a:r>
            <a:endParaRPr lang="en-US" altLang="ko-KR" sz="1600" dirty="0">
              <a:solidFill>
                <a:srgbClr val="DCE9FF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ko-KR" altLang="en-US" sz="1600" b="1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맥락적 조건</a:t>
            </a:r>
            <a:r>
              <a:rPr lang="ko-KR" alt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을 추가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78224" y="39547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845552" y="39547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" y="549258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 </a:t>
            </a: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각인을 </a:t>
            </a:r>
            <a:r>
              <a:rPr lang="en-US" sz="16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“모름”</a:t>
            </a: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으로 답하면 각인 필터를 걷어내고, 색·모양·분할선·</a:t>
            </a:r>
            <a:r>
              <a:rPr lang="en-US" b="1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복용목적</a:t>
            </a: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으로 좁힌다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알약 식별 챗봇 · 2차 개선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39703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02. LLM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복용 목적으로 후보를 </a:t>
            </a:r>
            <a:r>
              <a:rPr lang="en-US" sz="30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지능적으로 정렬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additional_sorter — 규칙으로 좁힌 후보를 LLM이 복용목적과 맞춰 재정렬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EEF4FF"/>
          </a:solidFill>
          <a:ln/>
          <a:effectLst>
            <a:outerShdw blurRad="101600" dist="38100" dir="5400000" algn="bl" rotWithShape="0">
              <a:srgbClr val="B8C4D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입력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986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“속쓰림 때문에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먹었어요”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6280" y="2148840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1C73FF"/>
          </a:solidFill>
          <a:ln/>
          <a:effectLst>
            <a:outerShdw blurRad="101600" dist="38100" dir="5400000" algn="bl" rotWithShape="0">
              <a:srgbClr val="B8C4D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0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매칭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28986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속쓰림  ↔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소화성궤양용제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0" y="2148840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EEF4FF"/>
          </a:solidFill>
          <a:ln/>
          <a:effectLst>
            <a:outerShdw blurRad="101600" dist="38100" dir="5400000" algn="bl" rotWithShape="0">
              <a:srgbClr val="B8C4D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41080" y="2404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재정렬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41080" y="28986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약품이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상위로 이동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7328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53528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원칙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16"/>
          <p:cNvSpPr/>
          <p:nvPr/>
        </p:nvSpPr>
        <p:spPr>
          <a:xfrm>
            <a:off x="914400" y="4828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8097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 판단</a:t>
            </a:r>
            <a:r>
              <a:rPr lang="en-US" altLang="ko-KR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필터링은 로직이 담당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2688" y="53218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 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4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분할선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유무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각인 매칭 등 객관적으로 </a:t>
            </a:r>
            <a:endParaRPr lang="en-US" altLang="ko-KR" sz="1400" dirty="0">
              <a:solidFill>
                <a:srgbClr val="595959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가능한 것은 전부 규칙으로 처리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4572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629400" y="4828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48097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유연한 의미 해석은 </a:t>
            </a:r>
            <a:r>
              <a:rPr lang="en-US" altLang="ko-KR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</a:t>
            </a:r>
            <a:r>
              <a:rPr lang="ko-KR" altLang="en-US" b="1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으로 처리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47688" y="53218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</a:t>
            </a:r>
            <a:r>
              <a:rPr lang="ko-KR" altLang="en-US" sz="1400" dirty="0" err="1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속쓰림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 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열린 의미 연결은 </a:t>
            </a:r>
            <a:endParaRPr lang="en-US" altLang="ko-KR" sz="1400" dirty="0">
              <a:solidFill>
                <a:srgbClr val="595959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 또는 규칙으로 관리하기 보다  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</a:t>
            </a:r>
            <a:r>
              <a:rPr lang="ko-KR" altLang="en-US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맡는다</a:t>
            </a:r>
            <a:r>
              <a:rPr lang="en-US" altLang="ko-KR" sz="1400" dirty="0">
                <a:solidFill>
                  <a:srgbClr val="5959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알약 식별 챗봇 · 2차 개선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1550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-1200000">
            <a:off x="5349240" y="2487080"/>
            <a:ext cx="146304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 rot="-1200000">
            <a:off x="5349240" y="2487080"/>
            <a:ext cx="731520" cy="713232"/>
          </a:xfrm>
          <a:prstGeom prst="roundRect">
            <a:avLst>
              <a:gd name="adj" fmla="val 50000"/>
            </a:avLst>
          </a:prstGeom>
          <a:solidFill>
            <a:srgbClr val="BBD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0" y="36300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-59306" y="6044184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알약 식별 챗봇 · 2차 </a:t>
            </a:r>
            <a:r>
              <a:rPr lang="en-US" sz="1600" dirty="0" err="1">
                <a:solidFill>
                  <a:srgbClr val="DC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248</Words>
  <Application>Microsoft Office PowerPoint</Application>
  <PresentationFormat>와이드스크린</PresentationFormat>
  <Paragraphs>60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Jisu Kim</cp:lastModifiedBy>
  <cp:revision>4</cp:revision>
  <dcterms:created xsi:type="dcterms:W3CDTF">2026-07-17T17:27:44Z</dcterms:created>
  <dcterms:modified xsi:type="dcterms:W3CDTF">2026-07-17T18:06:04Z</dcterms:modified>
</cp:coreProperties>
</file>